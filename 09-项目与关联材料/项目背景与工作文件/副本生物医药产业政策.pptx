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61" r:id="rId5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468A6D-FD57-445B-983A-14EA8F392B02}" styleName="{9007f31c-41a2-438a-a62f-a73b1a99f2de}">
    <a:band1H>
      <a:tcTxStyle>
        <a:fontRef idx="none">
          <a:prstClr val="black"/>
        </a:fontRef>
      </a:tcTxStyle>
      <a:tcStyle>
        <a:tcBdr>
          <a:top>
            <a:ln w="12700" cmpd="sng">
              <a:solidFill>
                <a:srgbClr val="DDDDDD"/>
              </a:solidFill>
            </a:ln>
          </a:top>
          <a:bottom>
            <a:ln w="12700" cmpd="sng">
              <a:solidFill>
                <a:srgbClr val="DDDDDD"/>
              </a:solidFill>
            </a:ln>
          </a:bottom>
        </a:tcBdr>
        <a:fill>
          <a:solidFill>
            <a:srgbClr val="FFFFFF"/>
          </a:solidFill>
        </a:fill>
      </a:tcStyle>
    </a:band1H>
    <a:band2H>
      <a:tcTxStyle>
        <a:fontRef idx="none">
          <a:prstClr val="black"/>
        </a:fontRef>
      </a:tcTxStyle>
      <a:tcStyle>
        <a:tcBdr>
          <a:top>
            <a:ln w="12700" cmpd="sng">
              <a:solidFill>
                <a:srgbClr val="DDDDDD"/>
              </a:solidFill>
            </a:ln>
          </a:top>
          <a:bottom>
            <a:ln w="12700" cmpd="sng">
              <a:solidFill>
                <a:srgbClr val="DDDDDD"/>
              </a:solidFill>
            </a:ln>
          </a:bottom>
        </a:tcBdr>
        <a:fill>
          <a:solidFill>
            <a:srgbClr val="EAEAEA"/>
          </a:solidFill>
        </a:fill>
      </a:tcStyle>
    </a:band2H>
    <a:firstRow>
      <a:tcTxStyle>
        <a:fontRef idx="none">
          <a:prstClr val="black"/>
        </a:fontRef>
      </a:tcTxStyle>
      <a:tcStyle>
        <a:tcBdr/>
        <a:fill>
          <a:solidFill>
            <a:srgbClr val="8BADD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2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104.xml"/><Relationship Id="rId40" Type="http://schemas.openxmlformats.org/officeDocument/2006/relationships/tags" Target="../tags/tag103.xml"/><Relationship Id="rId4" Type="http://schemas.openxmlformats.org/officeDocument/2006/relationships/tags" Target="../tags/tag67.xml"/><Relationship Id="rId39" Type="http://schemas.openxmlformats.org/officeDocument/2006/relationships/tags" Target="../tags/tag102.xml"/><Relationship Id="rId38" Type="http://schemas.openxmlformats.org/officeDocument/2006/relationships/tags" Target="../tags/tag101.xml"/><Relationship Id="rId37" Type="http://schemas.openxmlformats.org/officeDocument/2006/relationships/tags" Target="../tags/tag100.xml"/><Relationship Id="rId36" Type="http://schemas.openxmlformats.org/officeDocument/2006/relationships/tags" Target="../tags/tag99.xml"/><Relationship Id="rId35" Type="http://schemas.openxmlformats.org/officeDocument/2006/relationships/tags" Target="../tags/tag98.xml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6.xml"/><Relationship Id="rId24" Type="http://schemas.openxmlformats.org/officeDocument/2006/relationships/tags" Target="../tags/tag120.xml"/><Relationship Id="rId23" Type="http://schemas.openxmlformats.org/officeDocument/2006/relationships/image" Target="../media/image8.svg"/><Relationship Id="rId22" Type="http://schemas.openxmlformats.org/officeDocument/2006/relationships/image" Target="../media/image7.png"/><Relationship Id="rId21" Type="http://schemas.openxmlformats.org/officeDocument/2006/relationships/tags" Target="../tags/tag119.xml"/><Relationship Id="rId20" Type="http://schemas.openxmlformats.org/officeDocument/2006/relationships/image" Target="../media/image6.svg"/><Relationship Id="rId2" Type="http://schemas.openxmlformats.org/officeDocument/2006/relationships/tags" Target="../tags/tag105.xml"/><Relationship Id="rId19" Type="http://schemas.openxmlformats.org/officeDocument/2006/relationships/image" Target="../media/image5.png"/><Relationship Id="rId18" Type="http://schemas.openxmlformats.org/officeDocument/2006/relationships/tags" Target="../tags/tag118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image" Target="../media/image2.png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85420" y="292100"/>
          <a:ext cx="11295380" cy="6371590"/>
        </p:xfrm>
        <a:graphic>
          <a:graphicData uri="http://schemas.openxmlformats.org/drawingml/2006/table">
            <a:tbl>
              <a:tblPr firstRow="1" bandRow="1">
                <a:tableStyleId>{1F468A6D-FD57-445B-983A-14EA8F392B02}</a:tableStyleId>
              </a:tblPr>
              <a:tblGrid>
                <a:gridCol w="345440"/>
                <a:gridCol w="5173980"/>
                <a:gridCol w="5775960"/>
              </a:tblGrid>
              <a:tr h="3251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时间</a:t>
                      </a:r>
                      <a:endParaRPr 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发文单位</a:t>
                      </a:r>
                      <a:endParaRPr 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政策名称</a:t>
                      </a:r>
                      <a:endParaRPr lang="en-US" sz="10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2016</a:t>
                      </a:r>
                      <a:endParaRPr 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中共中央国务院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《“健康中国2030”规划纲要》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2016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《关于促进医药产业健康发展的指导意见》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2016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《“十三五”深化医药卫生体制改革规划》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432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2016</a:t>
                      </a:r>
                      <a:endParaRPr lang="en-US" altLang="en-US" sz="800" spc="6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spc="60">
                          <a:sym typeface="+mn-ea"/>
                        </a:rPr>
                        <a:t>国务院办公</a:t>
                      </a:r>
                      <a:r>
                        <a:rPr lang="zh-CN" altLang="en-US" sz="800" spc="60">
                          <a:sym typeface="+mn-ea"/>
                        </a:rPr>
                        <a:t>厅</a:t>
                      </a:r>
                      <a:endParaRPr lang="zh-CN" altLang="en-US" sz="800" b="0" spc="60">
                        <a:sym typeface="+mn-ea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《关于开展仿制药质量和疗效一致性评价的意见》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2017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《关于进一步改革完善药品生产流通使用政策的若干意见》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2017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中共中央办公厅、国务院办公厅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《关于深化审评审批制度改革鼓励药品医疗器械创新的意见》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2018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《深化医药卫生体制改革2018年下半年重点工作任务》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54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2018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《关于改革完善仿制药供应保障及使用政策的意见》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2018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国家药品监督管理局、国家卫生健康委员会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《关于优化药品注册审评审批有关事宜的公告》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2018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国家药品监督管理局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《关于仿制药质量和疗效一致性评价有关事项的公告》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2018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发展改革委办公厅 工业和信息化部办公厅 国家卫生健康委员会办公厅 国家药品监督管理局办公室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《关于组织实施生物医药合同研发和生产服务平台建设专项的通知》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2019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《关于印发国家组织药品集中采购和使用试点方案的通知》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352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2019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国家发展改革委、工信部、科技部等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《促进健康产业高质量发展行动纲要（2019-2022年）》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2020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国家市场监督管理总局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《药品注册管理办法》、《药品生产监督管理办法》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2020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国家药品监督管理局药品审评中心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《化学药品注册受理审查指南（试行）》、《生物制品注册受理审查指南》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2020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国务院办公厅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《深化医药卫生体制改革2020年下半年重点工作任务》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54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2021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国家发展改革委、工信息部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《推进原料药产业高质量发展实施方案的通知》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2021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国家药品监督管理局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《“十四五”国家药品安全及促进高质量发展规划》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2022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国家发展改革委等九部门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《“十四五”医药工业发展规划》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2022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国家发展改革委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《“十四五”生物经济发展规划》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352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2023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国家卫健委、国家药监局等六部门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《深化医药卫生体制改革2023年下半年重点工作任务》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479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2023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国务院常务会议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《医药工业高质量发展行动计划（2023~2025）》、《医疗装备产业高质量发展行动计划（2023-2025）》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  <a:tr h="2628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2023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国家药监局药审中心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spc="60"/>
                        <a:t>《药审中心加快创新药上市许可申请审评工作规范（试行）》</a:t>
                      </a:r>
                      <a:endParaRPr lang="en-US" altLang="en-US" sz="800" spc="60"/>
                    </a:p>
                  </a:txBody>
                  <a:tcPr marL="25400" marR="25400" marT="6350" marB="6350" vert="horz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420907" y="1868897"/>
            <a:ext cx="10119936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420907" y="4260856"/>
            <a:ext cx="10119936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22910" y="2484755"/>
            <a:ext cx="2094230" cy="16535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《“健康中国2030”规划纲要》《关于促进医药产业健康发展的指导意见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》《“十三五”深化医药卫生体制改革规划》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528010" y="2018436"/>
            <a:ext cx="1702460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2016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516505" y="2484755"/>
            <a:ext cx="1961515" cy="15265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《关于进一步改革完善药品生产流通使用政策的若干意见》《关于深化审评审批制度改革鼓励药品医疗器械创新的意见》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775818" y="2018436"/>
            <a:ext cx="1702460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2017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2080895" y="4812665"/>
            <a:ext cx="2064385" cy="16116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2024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年政府工作报告，提出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加快创新药等产业发展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创新药首次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进入政府工作报告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2389640" y="4384125"/>
            <a:ext cx="1755609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2024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4571365" y="2399030"/>
            <a:ext cx="2615565" cy="1864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《深化医药卫生体制改革2018年下半年重点工作任务》《关于改革完善仿制药供应保障及使用政策的意见》《关于优化药品注册审评审批有关事宜的公告》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《关于仿制药质量和疗效一致性评价有关事项的公告</a:t>
            </a:r>
            <a:r>
              <a:rPr lang="zh-CN" sz="1400">
                <a:solidFill>
                  <a:srgbClr val="000000"/>
                </a:solidFill>
                <a:ea typeface="宋体" pitchFamily="2" charset="-122"/>
                <a:sym typeface="+mn-ea"/>
              </a:rPr>
              <a:t>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5024300" y="2018436"/>
            <a:ext cx="1702460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2018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4294505" y="4779645"/>
            <a:ext cx="2788920" cy="20593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《深化医药卫生体制改革2023年下半年重点工作任务》《医药工业高质量发展行动计划（2023~2025）》《医疗装备产业高质量发展行动计划（2023-2025）》《药审中心加快创新药上市许可申请审评工作规范（试行）》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3"/>
            </p:custDataLst>
          </p:nvPr>
        </p:nvSpPr>
        <p:spPr>
          <a:xfrm>
            <a:off x="4997356" y="4384125"/>
            <a:ext cx="1755609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2023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7272020" y="2484755"/>
            <a:ext cx="2016760" cy="17113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《关于印发国家组织药品集中采购和使用试点方案的通知》《促进健康产业高质量发展行动纲要（2019-2022年）》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5"/>
            </p:custDataLst>
          </p:nvPr>
        </p:nvSpPr>
        <p:spPr>
          <a:xfrm>
            <a:off x="7272109" y="2018436"/>
            <a:ext cx="1702460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2019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7232650" y="4850130"/>
            <a:ext cx="1979295" cy="15259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《“十四五”医药工业发展规划》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《“十四五”生物经济发展规划》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7232366" y="4384125"/>
            <a:ext cx="1755609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2022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9519917" y="2484569"/>
            <a:ext cx="1702460" cy="8336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《深化医药卫生体制改革2020年下半年重点工作任务》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9"/>
            </p:custDataLst>
          </p:nvPr>
        </p:nvSpPr>
        <p:spPr>
          <a:xfrm>
            <a:off x="9519917" y="2018436"/>
            <a:ext cx="1702460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2020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9466580" y="4850130"/>
            <a:ext cx="1873250" cy="1726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《推进原料药产业高质量发展实施方案的通知》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《“十四五”国家药品安全及促进高质量发展规划》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9466703" y="4384125"/>
            <a:ext cx="1755609" cy="3960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</a:rPr>
              <a:t>2021</a:t>
            </a:r>
            <a:endParaRPr lang="en-US" altLang="zh-CN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99" name="弧形 98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>
            <a:off x="9343434" y="1868897"/>
            <a:ext cx="2394402" cy="2394402"/>
          </a:xfrm>
          <a:prstGeom prst="arc">
            <a:avLst>
              <a:gd name="adj1" fmla="val 16182496"/>
              <a:gd name="adj2" fmla="val 5427152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任意多边形: 形状 100"/>
          <p:cNvSpPr/>
          <p:nvPr>
            <p:custDataLst>
              <p:tags r:id="rId23"/>
            </p:custDataLst>
          </p:nvPr>
        </p:nvSpPr>
        <p:spPr>
          <a:xfrm>
            <a:off x="5720804" y="1346856"/>
            <a:ext cx="306027" cy="274905"/>
          </a:xfrm>
          <a:custGeom>
            <a:avLst/>
            <a:gdLst>
              <a:gd name="connsiteX0" fmla="*/ 157737 w 204559"/>
              <a:gd name="connsiteY0" fmla="*/ 94739 h 183756"/>
              <a:gd name="connsiteX1" fmla="*/ 89403 w 204559"/>
              <a:gd name="connsiteY1" fmla="*/ 94739 h 183756"/>
              <a:gd name="connsiteX2" fmla="*/ 79153 w 204559"/>
              <a:gd name="connsiteY2" fmla="*/ 84477 h 183756"/>
              <a:gd name="connsiteX3" fmla="*/ 89403 w 204559"/>
              <a:gd name="connsiteY3" fmla="*/ 74216 h 183756"/>
              <a:gd name="connsiteX4" fmla="*/ 157737 w 204559"/>
              <a:gd name="connsiteY4" fmla="*/ 74216 h 183756"/>
              <a:gd name="connsiteX5" fmla="*/ 167988 w 204559"/>
              <a:gd name="connsiteY5" fmla="*/ 84477 h 183756"/>
              <a:gd name="connsiteX6" fmla="*/ 157737 w 204559"/>
              <a:gd name="connsiteY6" fmla="*/ 94739 h 183756"/>
              <a:gd name="connsiteX7" fmla="*/ 41000 w 204559"/>
              <a:gd name="connsiteY7" fmla="*/ 124952 h 183756"/>
              <a:gd name="connsiteX8" fmla="*/ 51819 w 204559"/>
              <a:gd name="connsiteY8" fmla="*/ 135784 h 183756"/>
              <a:gd name="connsiteX9" fmla="*/ 62639 w 204559"/>
              <a:gd name="connsiteY9" fmla="*/ 124952 h 183756"/>
              <a:gd name="connsiteX10" fmla="*/ 51819 w 204559"/>
              <a:gd name="connsiteY10" fmla="*/ 114121 h 183756"/>
              <a:gd name="connsiteX11" fmla="*/ 41000 w 204559"/>
              <a:gd name="connsiteY11" fmla="*/ 124952 h 183756"/>
              <a:gd name="connsiteX12" fmla="*/ 41000 w 204559"/>
              <a:gd name="connsiteY12" fmla="*/ 84477 h 183756"/>
              <a:gd name="connsiteX13" fmla="*/ 51819 w 204559"/>
              <a:gd name="connsiteY13" fmla="*/ 95309 h 183756"/>
              <a:gd name="connsiteX14" fmla="*/ 62639 w 204559"/>
              <a:gd name="connsiteY14" fmla="*/ 84477 h 183756"/>
              <a:gd name="connsiteX15" fmla="*/ 51819 w 204559"/>
              <a:gd name="connsiteY15" fmla="*/ 73646 h 183756"/>
              <a:gd name="connsiteX16" fmla="*/ 41000 w 204559"/>
              <a:gd name="connsiteY16" fmla="*/ 84477 h 183756"/>
              <a:gd name="connsiteX17" fmla="*/ 157737 w 204559"/>
              <a:gd name="connsiteY17" fmla="*/ 135214 h 183756"/>
              <a:gd name="connsiteX18" fmla="*/ 89403 w 204559"/>
              <a:gd name="connsiteY18" fmla="*/ 135214 h 183756"/>
              <a:gd name="connsiteX19" fmla="*/ 79153 w 204559"/>
              <a:gd name="connsiteY19" fmla="*/ 124952 h 183756"/>
              <a:gd name="connsiteX20" fmla="*/ 89403 w 204559"/>
              <a:gd name="connsiteY20" fmla="*/ 114691 h 183756"/>
              <a:gd name="connsiteX21" fmla="*/ 157737 w 204559"/>
              <a:gd name="connsiteY21" fmla="*/ 114691 h 183756"/>
              <a:gd name="connsiteX22" fmla="*/ 167988 w 204559"/>
              <a:gd name="connsiteY22" fmla="*/ 124952 h 183756"/>
              <a:gd name="connsiteX23" fmla="*/ 157737 w 204559"/>
              <a:gd name="connsiteY23" fmla="*/ 135214 h 183756"/>
              <a:gd name="connsiteX24" fmla="*/ 204432 w 204559"/>
              <a:gd name="connsiteY24" fmla="*/ 168278 h 183756"/>
              <a:gd name="connsiteX25" fmla="*/ 204432 w 204559"/>
              <a:gd name="connsiteY25" fmla="*/ 40012 h 183756"/>
              <a:gd name="connsiteX26" fmla="*/ 190196 w 204559"/>
              <a:gd name="connsiteY26" fmla="*/ 25760 h 183756"/>
              <a:gd name="connsiteX27" fmla="*/ 109903 w 204559"/>
              <a:gd name="connsiteY27" fmla="*/ 25760 h 183756"/>
              <a:gd name="connsiteX28" fmla="*/ 102500 w 204559"/>
              <a:gd name="connsiteY28" fmla="*/ 23480 h 183756"/>
              <a:gd name="connsiteX29" fmla="*/ 92820 w 204559"/>
              <a:gd name="connsiteY29" fmla="*/ 8658 h 183756"/>
              <a:gd name="connsiteX30" fmla="*/ 79722 w 204559"/>
              <a:gd name="connsiteY30" fmla="*/ 107 h 183756"/>
              <a:gd name="connsiteX31" fmla="*/ 17652 w 204559"/>
              <a:gd name="connsiteY31" fmla="*/ 107 h 183756"/>
              <a:gd name="connsiteX32" fmla="*/ -1 w 204559"/>
              <a:gd name="connsiteY32" fmla="*/ 16639 h 183756"/>
              <a:gd name="connsiteX33" fmla="*/ -1 w 204559"/>
              <a:gd name="connsiteY33" fmla="*/ 167138 h 183756"/>
              <a:gd name="connsiteX34" fmla="*/ 14235 w 204559"/>
              <a:gd name="connsiteY34" fmla="*/ 183670 h 183756"/>
              <a:gd name="connsiteX35" fmla="*/ 191905 w 204559"/>
              <a:gd name="connsiteY35" fmla="*/ 183670 h 183756"/>
              <a:gd name="connsiteX36" fmla="*/ 204432 w 204559"/>
              <a:gd name="connsiteY36" fmla="*/ 168278 h 1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4559" h="183756">
                <a:moveTo>
                  <a:pt x="157737" y="94739"/>
                </a:moveTo>
                <a:lnTo>
                  <a:pt x="89403" y="94739"/>
                </a:lnTo>
                <a:cubicBezTo>
                  <a:pt x="83709" y="94739"/>
                  <a:pt x="79153" y="90178"/>
                  <a:pt x="79153" y="84477"/>
                </a:cubicBezTo>
                <a:cubicBezTo>
                  <a:pt x="79153" y="78777"/>
                  <a:pt x="83709" y="74216"/>
                  <a:pt x="89403" y="74216"/>
                </a:cubicBezTo>
                <a:lnTo>
                  <a:pt x="157737" y="74216"/>
                </a:lnTo>
                <a:cubicBezTo>
                  <a:pt x="163432" y="74216"/>
                  <a:pt x="167988" y="78777"/>
                  <a:pt x="167988" y="84477"/>
                </a:cubicBezTo>
                <a:cubicBezTo>
                  <a:pt x="167988" y="90178"/>
                  <a:pt x="163432" y="94739"/>
                  <a:pt x="157737" y="94739"/>
                </a:cubicBezTo>
                <a:close/>
                <a:moveTo>
                  <a:pt x="41000" y="124952"/>
                </a:moveTo>
                <a:cubicBezTo>
                  <a:pt x="41000" y="131223"/>
                  <a:pt x="45555" y="135784"/>
                  <a:pt x="51819" y="135784"/>
                </a:cubicBezTo>
                <a:cubicBezTo>
                  <a:pt x="58083" y="135784"/>
                  <a:pt x="62639" y="130653"/>
                  <a:pt x="62639" y="124952"/>
                </a:cubicBezTo>
                <a:cubicBezTo>
                  <a:pt x="62639" y="119252"/>
                  <a:pt x="58083" y="114121"/>
                  <a:pt x="51819" y="114121"/>
                </a:cubicBezTo>
                <a:cubicBezTo>
                  <a:pt x="45555" y="114121"/>
                  <a:pt x="41000" y="118682"/>
                  <a:pt x="41000" y="124952"/>
                </a:cubicBezTo>
                <a:close/>
                <a:moveTo>
                  <a:pt x="41000" y="84477"/>
                </a:moveTo>
                <a:cubicBezTo>
                  <a:pt x="41000" y="90748"/>
                  <a:pt x="45555" y="95309"/>
                  <a:pt x="51819" y="95309"/>
                </a:cubicBezTo>
                <a:cubicBezTo>
                  <a:pt x="58083" y="95309"/>
                  <a:pt x="62639" y="90178"/>
                  <a:pt x="62639" y="84477"/>
                </a:cubicBezTo>
                <a:cubicBezTo>
                  <a:pt x="62639" y="78777"/>
                  <a:pt x="58083" y="73646"/>
                  <a:pt x="51819" y="73646"/>
                </a:cubicBezTo>
                <a:cubicBezTo>
                  <a:pt x="45555" y="73646"/>
                  <a:pt x="41000" y="78777"/>
                  <a:pt x="41000" y="84477"/>
                </a:cubicBezTo>
                <a:close/>
                <a:moveTo>
                  <a:pt x="157737" y="135214"/>
                </a:moveTo>
                <a:lnTo>
                  <a:pt x="89403" y="135214"/>
                </a:lnTo>
                <a:cubicBezTo>
                  <a:pt x="83709" y="135214"/>
                  <a:pt x="79153" y="130653"/>
                  <a:pt x="79153" y="124952"/>
                </a:cubicBezTo>
                <a:cubicBezTo>
                  <a:pt x="79153" y="119252"/>
                  <a:pt x="83709" y="114691"/>
                  <a:pt x="89403" y="114691"/>
                </a:cubicBezTo>
                <a:lnTo>
                  <a:pt x="157737" y="114691"/>
                </a:lnTo>
                <a:cubicBezTo>
                  <a:pt x="163432" y="114691"/>
                  <a:pt x="167988" y="119252"/>
                  <a:pt x="167988" y="124952"/>
                </a:cubicBezTo>
                <a:cubicBezTo>
                  <a:pt x="167988" y="130653"/>
                  <a:pt x="163432" y="135214"/>
                  <a:pt x="157737" y="135214"/>
                </a:cubicBezTo>
                <a:close/>
                <a:moveTo>
                  <a:pt x="204432" y="168278"/>
                </a:moveTo>
                <a:lnTo>
                  <a:pt x="204432" y="40012"/>
                </a:lnTo>
                <a:cubicBezTo>
                  <a:pt x="204432" y="24620"/>
                  <a:pt x="190196" y="25760"/>
                  <a:pt x="190196" y="25760"/>
                </a:cubicBezTo>
                <a:lnTo>
                  <a:pt x="109903" y="25760"/>
                </a:lnTo>
                <a:cubicBezTo>
                  <a:pt x="105348" y="25760"/>
                  <a:pt x="102500" y="23480"/>
                  <a:pt x="102500" y="23480"/>
                </a:cubicBezTo>
                <a:cubicBezTo>
                  <a:pt x="102500" y="23480"/>
                  <a:pt x="99084" y="17779"/>
                  <a:pt x="92820" y="8658"/>
                </a:cubicBezTo>
                <a:cubicBezTo>
                  <a:pt x="87125" y="-1603"/>
                  <a:pt x="79722" y="107"/>
                  <a:pt x="79722" y="107"/>
                </a:cubicBezTo>
                <a:lnTo>
                  <a:pt x="17652" y="107"/>
                </a:lnTo>
                <a:cubicBezTo>
                  <a:pt x="-1" y="107"/>
                  <a:pt x="-1" y="16639"/>
                  <a:pt x="-1" y="16639"/>
                </a:cubicBezTo>
                <a:lnTo>
                  <a:pt x="-1" y="167138"/>
                </a:lnTo>
                <a:cubicBezTo>
                  <a:pt x="-1" y="185950"/>
                  <a:pt x="14235" y="183670"/>
                  <a:pt x="14235" y="183670"/>
                </a:cubicBezTo>
                <a:lnTo>
                  <a:pt x="191905" y="183670"/>
                </a:lnTo>
                <a:cubicBezTo>
                  <a:pt x="206710" y="183670"/>
                  <a:pt x="204432" y="168278"/>
                  <a:pt x="204432" y="168278"/>
                </a:cubicBezTo>
                <a:close/>
              </a:path>
            </a:pathLst>
          </a:custGeom>
          <a:gradFill flip="none" rotWithShape="1">
            <a:gsLst>
              <a:gs pos="99301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2" name="任意多边形: 形状 101"/>
          <p:cNvSpPr/>
          <p:nvPr>
            <p:custDataLst>
              <p:tags r:id="rId24"/>
            </p:custDataLst>
          </p:nvPr>
        </p:nvSpPr>
        <p:spPr>
          <a:xfrm>
            <a:off x="7956488" y="1311828"/>
            <a:ext cx="324341" cy="324342"/>
          </a:xfrm>
          <a:custGeom>
            <a:avLst/>
            <a:gdLst>
              <a:gd name="connsiteX0" fmla="*/ 216236 w 216800"/>
              <a:gd name="connsiteY0" fmla="*/ 137858 h 216801"/>
              <a:gd name="connsiteX1" fmla="*/ 216004 w 216800"/>
              <a:gd name="connsiteY1" fmla="*/ 144612 h 216801"/>
              <a:gd name="connsiteX2" fmla="*/ 213679 w 216800"/>
              <a:gd name="connsiteY2" fmla="*/ 152646 h 216801"/>
              <a:gd name="connsiteX3" fmla="*/ 209726 w 216800"/>
              <a:gd name="connsiteY3" fmla="*/ 159981 h 216801"/>
              <a:gd name="connsiteX4" fmla="*/ 204611 w 216800"/>
              <a:gd name="connsiteY4" fmla="*/ 164638 h 216801"/>
              <a:gd name="connsiteX5" fmla="*/ 199728 w 216800"/>
              <a:gd name="connsiteY5" fmla="*/ 166036 h 216801"/>
              <a:gd name="connsiteX6" fmla="*/ 195078 w 216800"/>
              <a:gd name="connsiteY6" fmla="*/ 165104 h 216801"/>
              <a:gd name="connsiteX7" fmla="*/ 189265 w 216800"/>
              <a:gd name="connsiteY7" fmla="*/ 163823 h 216801"/>
              <a:gd name="connsiteX8" fmla="*/ 182173 w 216800"/>
              <a:gd name="connsiteY8" fmla="*/ 163590 h 216801"/>
              <a:gd name="connsiteX9" fmla="*/ 174966 w 216800"/>
              <a:gd name="connsiteY9" fmla="*/ 165104 h 216801"/>
              <a:gd name="connsiteX10" fmla="*/ 168804 w 216800"/>
              <a:gd name="connsiteY10" fmla="*/ 169063 h 216801"/>
              <a:gd name="connsiteX11" fmla="*/ 162293 w 216800"/>
              <a:gd name="connsiteY11" fmla="*/ 182336 h 216801"/>
              <a:gd name="connsiteX12" fmla="*/ 164386 w 216800"/>
              <a:gd name="connsiteY12" fmla="*/ 196542 h 216801"/>
              <a:gd name="connsiteX13" fmla="*/ 163688 w 216800"/>
              <a:gd name="connsiteY13" fmla="*/ 205856 h 216801"/>
              <a:gd name="connsiteX14" fmla="*/ 159271 w 216800"/>
              <a:gd name="connsiteY14" fmla="*/ 209698 h 216801"/>
              <a:gd name="connsiteX15" fmla="*/ 152644 w 216800"/>
              <a:gd name="connsiteY15" fmla="*/ 213307 h 216801"/>
              <a:gd name="connsiteX16" fmla="*/ 145087 w 216800"/>
              <a:gd name="connsiteY16" fmla="*/ 215870 h 216801"/>
              <a:gd name="connsiteX17" fmla="*/ 138112 w 216800"/>
              <a:gd name="connsiteY17" fmla="*/ 216802 h 216801"/>
              <a:gd name="connsiteX18" fmla="*/ 134159 w 216800"/>
              <a:gd name="connsiteY18" fmla="*/ 215171 h 216801"/>
              <a:gd name="connsiteX19" fmla="*/ 131602 w 216800"/>
              <a:gd name="connsiteY19" fmla="*/ 211679 h 216801"/>
              <a:gd name="connsiteX20" fmla="*/ 131369 w 216800"/>
              <a:gd name="connsiteY20" fmla="*/ 211679 h 216801"/>
              <a:gd name="connsiteX21" fmla="*/ 122650 w 216800"/>
              <a:gd name="connsiteY21" fmla="*/ 199219 h 216801"/>
              <a:gd name="connsiteX22" fmla="*/ 108350 w 216800"/>
              <a:gd name="connsiteY22" fmla="*/ 193979 h 216801"/>
              <a:gd name="connsiteX23" fmla="*/ 94051 w 216800"/>
              <a:gd name="connsiteY23" fmla="*/ 199219 h 216801"/>
              <a:gd name="connsiteX24" fmla="*/ 85099 w 216800"/>
              <a:gd name="connsiteY24" fmla="*/ 211444 h 216801"/>
              <a:gd name="connsiteX25" fmla="*/ 81611 w 216800"/>
              <a:gd name="connsiteY25" fmla="*/ 215520 h 216801"/>
              <a:gd name="connsiteX26" fmla="*/ 76496 w 216800"/>
              <a:gd name="connsiteY26" fmla="*/ 216802 h 216801"/>
              <a:gd name="connsiteX27" fmla="*/ 69172 w 216800"/>
              <a:gd name="connsiteY27" fmla="*/ 215636 h 216801"/>
              <a:gd name="connsiteX28" fmla="*/ 61034 w 216800"/>
              <a:gd name="connsiteY28" fmla="*/ 212725 h 216801"/>
              <a:gd name="connsiteX29" fmla="*/ 53710 w 216800"/>
              <a:gd name="connsiteY29" fmla="*/ 208651 h 216801"/>
              <a:gd name="connsiteX30" fmla="*/ 48827 w 216800"/>
              <a:gd name="connsiteY30" fmla="*/ 203993 h 216801"/>
              <a:gd name="connsiteX31" fmla="*/ 47548 w 216800"/>
              <a:gd name="connsiteY31" fmla="*/ 200151 h 216801"/>
              <a:gd name="connsiteX32" fmla="*/ 49292 w 216800"/>
              <a:gd name="connsiteY32" fmla="*/ 193979 h 216801"/>
              <a:gd name="connsiteX33" fmla="*/ 51268 w 216800"/>
              <a:gd name="connsiteY33" fmla="*/ 181754 h 216801"/>
              <a:gd name="connsiteX34" fmla="*/ 45339 w 216800"/>
              <a:gd name="connsiteY34" fmla="*/ 169063 h 216801"/>
              <a:gd name="connsiteX35" fmla="*/ 37434 w 216800"/>
              <a:gd name="connsiteY35" fmla="*/ 164522 h 216801"/>
              <a:gd name="connsiteX36" fmla="*/ 28598 w 216800"/>
              <a:gd name="connsiteY36" fmla="*/ 163707 h 216801"/>
              <a:gd name="connsiteX37" fmla="*/ 18600 w 216800"/>
              <a:gd name="connsiteY37" fmla="*/ 165570 h 216801"/>
              <a:gd name="connsiteX38" fmla="*/ 12090 w 216800"/>
              <a:gd name="connsiteY38" fmla="*/ 165104 h 216801"/>
              <a:gd name="connsiteX39" fmla="*/ 7323 w 216800"/>
              <a:gd name="connsiteY39" fmla="*/ 160796 h 216801"/>
              <a:gd name="connsiteX40" fmla="*/ 3371 w 216800"/>
              <a:gd name="connsiteY40" fmla="*/ 153344 h 216801"/>
              <a:gd name="connsiteX41" fmla="*/ 696 w 216800"/>
              <a:gd name="connsiteY41" fmla="*/ 144961 h 216801"/>
              <a:gd name="connsiteX42" fmla="*/ 231 w 216800"/>
              <a:gd name="connsiteY42" fmla="*/ 137858 h 216801"/>
              <a:gd name="connsiteX43" fmla="*/ 4882 w 216800"/>
              <a:gd name="connsiteY43" fmla="*/ 131338 h 216801"/>
              <a:gd name="connsiteX44" fmla="*/ 17437 w 216800"/>
              <a:gd name="connsiteY44" fmla="*/ 122140 h 216801"/>
              <a:gd name="connsiteX45" fmla="*/ 23018 w 216800"/>
              <a:gd name="connsiteY45" fmla="*/ 107818 h 216801"/>
              <a:gd name="connsiteX46" fmla="*/ 17437 w 216800"/>
              <a:gd name="connsiteY46" fmla="*/ 93613 h 216801"/>
              <a:gd name="connsiteX47" fmla="*/ 4882 w 216800"/>
              <a:gd name="connsiteY47" fmla="*/ 84764 h 216801"/>
              <a:gd name="connsiteX48" fmla="*/ 1394 w 216800"/>
              <a:gd name="connsiteY48" fmla="*/ 81388 h 216801"/>
              <a:gd name="connsiteX49" fmla="*/ -1 w 216800"/>
              <a:gd name="connsiteY49" fmla="*/ 75915 h 216801"/>
              <a:gd name="connsiteX50" fmla="*/ 929 w 216800"/>
              <a:gd name="connsiteY50" fmla="*/ 69162 h 216801"/>
              <a:gd name="connsiteX51" fmla="*/ 3371 w 216800"/>
              <a:gd name="connsiteY51" fmla="*/ 61943 h 216801"/>
              <a:gd name="connsiteX52" fmla="*/ 6858 w 216800"/>
              <a:gd name="connsiteY52" fmla="*/ 55539 h 216801"/>
              <a:gd name="connsiteX53" fmla="*/ 11160 w 216800"/>
              <a:gd name="connsiteY53" fmla="*/ 51231 h 216801"/>
              <a:gd name="connsiteX54" fmla="*/ 14764 w 216800"/>
              <a:gd name="connsiteY54" fmla="*/ 50300 h 216801"/>
              <a:gd name="connsiteX55" fmla="*/ 18600 w 216800"/>
              <a:gd name="connsiteY55" fmla="*/ 51231 h 216801"/>
              <a:gd name="connsiteX56" fmla="*/ 33132 w 216800"/>
              <a:gd name="connsiteY56" fmla="*/ 52978 h 216801"/>
              <a:gd name="connsiteX57" fmla="*/ 46502 w 216800"/>
              <a:gd name="connsiteY57" fmla="*/ 46341 h 216801"/>
              <a:gd name="connsiteX58" fmla="*/ 50571 w 216800"/>
              <a:gd name="connsiteY58" fmla="*/ 39471 h 216801"/>
              <a:gd name="connsiteX59" fmla="*/ 52198 w 216800"/>
              <a:gd name="connsiteY59" fmla="*/ 31437 h 216801"/>
              <a:gd name="connsiteX60" fmla="*/ 52198 w 216800"/>
              <a:gd name="connsiteY60" fmla="*/ 24218 h 216801"/>
              <a:gd name="connsiteX61" fmla="*/ 51617 w 216800"/>
              <a:gd name="connsiteY61" fmla="*/ 19561 h 216801"/>
              <a:gd name="connsiteX62" fmla="*/ 50803 w 216800"/>
              <a:gd name="connsiteY62" fmla="*/ 16301 h 216801"/>
              <a:gd name="connsiteX63" fmla="*/ 51152 w 216800"/>
              <a:gd name="connsiteY63" fmla="*/ 13041 h 216801"/>
              <a:gd name="connsiteX64" fmla="*/ 56151 w 216800"/>
              <a:gd name="connsiteY64" fmla="*/ 7335 h 216801"/>
              <a:gd name="connsiteX65" fmla="*/ 63940 w 216800"/>
              <a:gd name="connsiteY65" fmla="*/ 3260 h 216801"/>
              <a:gd name="connsiteX66" fmla="*/ 72078 w 216800"/>
              <a:gd name="connsiteY66" fmla="*/ 815 h 216801"/>
              <a:gd name="connsiteX67" fmla="*/ 78356 w 216800"/>
              <a:gd name="connsiteY67" fmla="*/ 0 h 216801"/>
              <a:gd name="connsiteX68" fmla="*/ 83123 w 216800"/>
              <a:gd name="connsiteY68" fmla="*/ 1980 h 216801"/>
              <a:gd name="connsiteX69" fmla="*/ 85564 w 216800"/>
              <a:gd name="connsiteY69" fmla="*/ 6055 h 216801"/>
              <a:gd name="connsiteX70" fmla="*/ 93934 w 216800"/>
              <a:gd name="connsiteY70" fmla="*/ 17116 h 216801"/>
              <a:gd name="connsiteX71" fmla="*/ 107653 w 216800"/>
              <a:gd name="connsiteY71" fmla="*/ 21890 h 216801"/>
              <a:gd name="connsiteX72" fmla="*/ 122069 w 216800"/>
              <a:gd name="connsiteY72" fmla="*/ 17349 h 216801"/>
              <a:gd name="connsiteX73" fmla="*/ 130904 w 216800"/>
              <a:gd name="connsiteY73" fmla="*/ 5822 h 216801"/>
              <a:gd name="connsiteX74" fmla="*/ 133811 w 216800"/>
              <a:gd name="connsiteY74" fmla="*/ 1980 h 216801"/>
              <a:gd name="connsiteX75" fmla="*/ 137879 w 216800"/>
              <a:gd name="connsiteY75" fmla="*/ 0 h 216801"/>
              <a:gd name="connsiteX76" fmla="*/ 144971 w 216800"/>
              <a:gd name="connsiteY76" fmla="*/ 931 h 216801"/>
              <a:gd name="connsiteX77" fmla="*/ 152528 w 216800"/>
              <a:gd name="connsiteY77" fmla="*/ 3493 h 216801"/>
              <a:gd name="connsiteX78" fmla="*/ 159387 w 216800"/>
              <a:gd name="connsiteY78" fmla="*/ 7685 h 216801"/>
              <a:gd name="connsiteX79" fmla="*/ 164386 w 216800"/>
              <a:gd name="connsiteY79" fmla="*/ 13273 h 216801"/>
              <a:gd name="connsiteX80" fmla="*/ 165083 w 216800"/>
              <a:gd name="connsiteY80" fmla="*/ 17349 h 216801"/>
              <a:gd name="connsiteX81" fmla="*/ 164153 w 216800"/>
              <a:gd name="connsiteY81" fmla="*/ 20493 h 216801"/>
              <a:gd name="connsiteX82" fmla="*/ 162293 w 216800"/>
              <a:gd name="connsiteY82" fmla="*/ 34697 h 216801"/>
              <a:gd name="connsiteX83" fmla="*/ 169036 w 216800"/>
              <a:gd name="connsiteY83" fmla="*/ 47738 h 216801"/>
              <a:gd name="connsiteX84" fmla="*/ 182755 w 216800"/>
              <a:gd name="connsiteY84" fmla="*/ 53909 h 216801"/>
              <a:gd name="connsiteX85" fmla="*/ 197869 w 216800"/>
              <a:gd name="connsiteY85" fmla="*/ 51231 h 216801"/>
              <a:gd name="connsiteX86" fmla="*/ 202402 w 216800"/>
              <a:gd name="connsiteY86" fmla="*/ 50300 h 216801"/>
              <a:gd name="connsiteX87" fmla="*/ 206935 w 216800"/>
              <a:gd name="connsiteY87" fmla="*/ 52395 h 216801"/>
              <a:gd name="connsiteX88" fmla="*/ 213097 w 216800"/>
              <a:gd name="connsiteY88" fmla="*/ 62292 h 216801"/>
              <a:gd name="connsiteX89" fmla="*/ 216701 w 216800"/>
              <a:gd name="connsiteY89" fmla="*/ 75682 h 216801"/>
              <a:gd name="connsiteX90" fmla="*/ 215424 w 216800"/>
              <a:gd name="connsiteY90" fmla="*/ 81853 h 216801"/>
              <a:gd name="connsiteX91" fmla="*/ 211818 w 216800"/>
              <a:gd name="connsiteY91" fmla="*/ 84764 h 216801"/>
              <a:gd name="connsiteX92" fmla="*/ 199496 w 216800"/>
              <a:gd name="connsiteY92" fmla="*/ 93730 h 216801"/>
              <a:gd name="connsiteX93" fmla="*/ 194380 w 216800"/>
              <a:gd name="connsiteY93" fmla="*/ 108284 h 216801"/>
              <a:gd name="connsiteX94" fmla="*/ 198681 w 216800"/>
              <a:gd name="connsiteY94" fmla="*/ 122140 h 216801"/>
              <a:gd name="connsiteX95" fmla="*/ 209959 w 216800"/>
              <a:gd name="connsiteY95" fmla="*/ 130639 h 216801"/>
              <a:gd name="connsiteX96" fmla="*/ 212748 w 216800"/>
              <a:gd name="connsiteY96" fmla="*/ 132502 h 216801"/>
              <a:gd name="connsiteX97" fmla="*/ 216236 w 216800"/>
              <a:gd name="connsiteY97" fmla="*/ 137858 h 216801"/>
              <a:gd name="connsiteX98" fmla="*/ 108118 w 216800"/>
              <a:gd name="connsiteY98" fmla="*/ 158816 h 216801"/>
              <a:gd name="connsiteX99" fmla="*/ 127881 w 216800"/>
              <a:gd name="connsiteY99" fmla="*/ 154858 h 216801"/>
              <a:gd name="connsiteX100" fmla="*/ 144041 w 216800"/>
              <a:gd name="connsiteY100" fmla="*/ 143913 h 216801"/>
              <a:gd name="connsiteX101" fmla="*/ 154853 w 216800"/>
              <a:gd name="connsiteY101" fmla="*/ 127729 h 216801"/>
              <a:gd name="connsiteX102" fmla="*/ 158805 w 216800"/>
              <a:gd name="connsiteY102" fmla="*/ 108051 h 216801"/>
              <a:gd name="connsiteX103" fmla="*/ 154853 w 216800"/>
              <a:gd name="connsiteY103" fmla="*/ 88374 h 216801"/>
              <a:gd name="connsiteX104" fmla="*/ 144041 w 216800"/>
              <a:gd name="connsiteY104" fmla="*/ 72306 h 216801"/>
              <a:gd name="connsiteX105" fmla="*/ 127881 w 216800"/>
              <a:gd name="connsiteY105" fmla="*/ 61477 h 216801"/>
              <a:gd name="connsiteX106" fmla="*/ 108118 w 216800"/>
              <a:gd name="connsiteY106" fmla="*/ 57519 h 216801"/>
              <a:gd name="connsiteX107" fmla="*/ 88470 w 216800"/>
              <a:gd name="connsiteY107" fmla="*/ 61477 h 216801"/>
              <a:gd name="connsiteX108" fmla="*/ 72427 w 216800"/>
              <a:gd name="connsiteY108" fmla="*/ 72306 h 216801"/>
              <a:gd name="connsiteX109" fmla="*/ 61615 w 216800"/>
              <a:gd name="connsiteY109" fmla="*/ 88374 h 216801"/>
              <a:gd name="connsiteX110" fmla="*/ 57662 w 216800"/>
              <a:gd name="connsiteY110" fmla="*/ 108051 h 216801"/>
              <a:gd name="connsiteX111" fmla="*/ 61615 w 216800"/>
              <a:gd name="connsiteY111" fmla="*/ 127729 h 216801"/>
              <a:gd name="connsiteX112" fmla="*/ 72427 w 216800"/>
              <a:gd name="connsiteY112" fmla="*/ 143913 h 216801"/>
              <a:gd name="connsiteX113" fmla="*/ 88470 w 216800"/>
              <a:gd name="connsiteY113" fmla="*/ 154858 h 216801"/>
              <a:gd name="connsiteX114" fmla="*/ 108118 w 216800"/>
              <a:gd name="connsiteY114" fmla="*/ 158816 h 216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216800" h="216801">
                <a:moveTo>
                  <a:pt x="216236" y="137858"/>
                </a:moveTo>
                <a:cubicBezTo>
                  <a:pt x="216547" y="139721"/>
                  <a:pt x="216471" y="141972"/>
                  <a:pt x="216004" y="144612"/>
                </a:cubicBezTo>
                <a:cubicBezTo>
                  <a:pt x="215539" y="147251"/>
                  <a:pt x="214765" y="149929"/>
                  <a:pt x="213679" y="152646"/>
                </a:cubicBezTo>
                <a:cubicBezTo>
                  <a:pt x="212594" y="155362"/>
                  <a:pt x="211277" y="157808"/>
                  <a:pt x="209726" y="159981"/>
                </a:cubicBezTo>
                <a:cubicBezTo>
                  <a:pt x="208175" y="162154"/>
                  <a:pt x="206470" y="163707"/>
                  <a:pt x="204611" y="164638"/>
                </a:cubicBezTo>
                <a:cubicBezTo>
                  <a:pt x="202750" y="165570"/>
                  <a:pt x="201123" y="166036"/>
                  <a:pt x="199728" y="166036"/>
                </a:cubicBezTo>
                <a:cubicBezTo>
                  <a:pt x="198334" y="166036"/>
                  <a:pt x="196783" y="165725"/>
                  <a:pt x="195078" y="165104"/>
                </a:cubicBezTo>
                <a:cubicBezTo>
                  <a:pt x="193527" y="164638"/>
                  <a:pt x="191589" y="164211"/>
                  <a:pt x="189265" y="163823"/>
                </a:cubicBezTo>
                <a:cubicBezTo>
                  <a:pt x="186939" y="163435"/>
                  <a:pt x="184575" y="163358"/>
                  <a:pt x="182173" y="163590"/>
                </a:cubicBezTo>
                <a:cubicBezTo>
                  <a:pt x="179771" y="163823"/>
                  <a:pt x="177368" y="164328"/>
                  <a:pt x="174966" y="165104"/>
                </a:cubicBezTo>
                <a:cubicBezTo>
                  <a:pt x="172563" y="165880"/>
                  <a:pt x="170509" y="167200"/>
                  <a:pt x="168804" y="169063"/>
                </a:cubicBezTo>
                <a:cubicBezTo>
                  <a:pt x="165083" y="172944"/>
                  <a:pt x="162913" y="177369"/>
                  <a:pt x="162293" y="182336"/>
                </a:cubicBezTo>
                <a:cubicBezTo>
                  <a:pt x="161673" y="187303"/>
                  <a:pt x="162371" y="192039"/>
                  <a:pt x="164386" y="196542"/>
                </a:cubicBezTo>
                <a:cubicBezTo>
                  <a:pt x="165936" y="199645"/>
                  <a:pt x="165704" y="202751"/>
                  <a:pt x="163688" y="205856"/>
                </a:cubicBezTo>
                <a:cubicBezTo>
                  <a:pt x="162758" y="207098"/>
                  <a:pt x="161286" y="208380"/>
                  <a:pt x="159271" y="209698"/>
                </a:cubicBezTo>
                <a:cubicBezTo>
                  <a:pt x="157255" y="211018"/>
                  <a:pt x="155046" y="212221"/>
                  <a:pt x="152644" y="213307"/>
                </a:cubicBezTo>
                <a:cubicBezTo>
                  <a:pt x="150241" y="214395"/>
                  <a:pt x="147722" y="215249"/>
                  <a:pt x="145087" y="215870"/>
                </a:cubicBezTo>
                <a:cubicBezTo>
                  <a:pt x="142452" y="216491"/>
                  <a:pt x="140127" y="216802"/>
                  <a:pt x="138112" y="216802"/>
                </a:cubicBezTo>
                <a:cubicBezTo>
                  <a:pt x="136717" y="216802"/>
                  <a:pt x="135399" y="216257"/>
                  <a:pt x="134159" y="215171"/>
                </a:cubicBezTo>
                <a:cubicBezTo>
                  <a:pt x="132919" y="214085"/>
                  <a:pt x="132067" y="212919"/>
                  <a:pt x="131602" y="211679"/>
                </a:cubicBezTo>
                <a:lnTo>
                  <a:pt x="131369" y="211679"/>
                </a:lnTo>
                <a:cubicBezTo>
                  <a:pt x="129664" y="206866"/>
                  <a:pt x="126757" y="202712"/>
                  <a:pt x="122650" y="199219"/>
                </a:cubicBezTo>
                <a:cubicBezTo>
                  <a:pt x="118542" y="195727"/>
                  <a:pt x="113775" y="193979"/>
                  <a:pt x="108350" y="193979"/>
                </a:cubicBezTo>
                <a:cubicBezTo>
                  <a:pt x="103080" y="193979"/>
                  <a:pt x="98313" y="195727"/>
                  <a:pt x="94051" y="199219"/>
                </a:cubicBezTo>
                <a:cubicBezTo>
                  <a:pt x="89788" y="202712"/>
                  <a:pt x="86804" y="206788"/>
                  <a:pt x="85099" y="211444"/>
                </a:cubicBezTo>
                <a:cubicBezTo>
                  <a:pt x="84324" y="213307"/>
                  <a:pt x="83161" y="214667"/>
                  <a:pt x="81611" y="215520"/>
                </a:cubicBezTo>
                <a:cubicBezTo>
                  <a:pt x="80061" y="216374"/>
                  <a:pt x="78356" y="216802"/>
                  <a:pt x="76496" y="216802"/>
                </a:cubicBezTo>
                <a:cubicBezTo>
                  <a:pt x="74326" y="216802"/>
                  <a:pt x="71884" y="216413"/>
                  <a:pt x="69172" y="215636"/>
                </a:cubicBezTo>
                <a:cubicBezTo>
                  <a:pt x="66459" y="214860"/>
                  <a:pt x="63746" y="213889"/>
                  <a:pt x="61034" y="212725"/>
                </a:cubicBezTo>
                <a:cubicBezTo>
                  <a:pt x="58321" y="211561"/>
                  <a:pt x="55879" y="210204"/>
                  <a:pt x="53710" y="208651"/>
                </a:cubicBezTo>
                <a:cubicBezTo>
                  <a:pt x="51540" y="207098"/>
                  <a:pt x="49912" y="205546"/>
                  <a:pt x="48827" y="203993"/>
                </a:cubicBezTo>
                <a:cubicBezTo>
                  <a:pt x="48052" y="202907"/>
                  <a:pt x="47625" y="201626"/>
                  <a:pt x="47548" y="200151"/>
                </a:cubicBezTo>
                <a:cubicBezTo>
                  <a:pt x="47471" y="198676"/>
                  <a:pt x="48052" y="196620"/>
                  <a:pt x="49292" y="193979"/>
                </a:cubicBezTo>
                <a:cubicBezTo>
                  <a:pt x="50997" y="190409"/>
                  <a:pt x="51656" y="186334"/>
                  <a:pt x="51268" y="181754"/>
                </a:cubicBezTo>
                <a:cubicBezTo>
                  <a:pt x="50881" y="177174"/>
                  <a:pt x="48904" y="172944"/>
                  <a:pt x="45339" y="169063"/>
                </a:cubicBezTo>
                <a:cubicBezTo>
                  <a:pt x="43169" y="166734"/>
                  <a:pt x="40534" y="165220"/>
                  <a:pt x="37434" y="164522"/>
                </a:cubicBezTo>
                <a:cubicBezTo>
                  <a:pt x="34334" y="163823"/>
                  <a:pt x="31388" y="163551"/>
                  <a:pt x="28598" y="163707"/>
                </a:cubicBezTo>
                <a:cubicBezTo>
                  <a:pt x="25343" y="163862"/>
                  <a:pt x="22010" y="164483"/>
                  <a:pt x="18600" y="165570"/>
                </a:cubicBezTo>
                <a:cubicBezTo>
                  <a:pt x="16430" y="166191"/>
                  <a:pt x="14260" y="166036"/>
                  <a:pt x="12090" y="165104"/>
                </a:cubicBezTo>
                <a:cubicBezTo>
                  <a:pt x="10385" y="164483"/>
                  <a:pt x="8796" y="163047"/>
                  <a:pt x="7323" y="160796"/>
                </a:cubicBezTo>
                <a:cubicBezTo>
                  <a:pt x="5851" y="158545"/>
                  <a:pt x="4533" y="156061"/>
                  <a:pt x="3371" y="153344"/>
                </a:cubicBezTo>
                <a:cubicBezTo>
                  <a:pt x="2208" y="150627"/>
                  <a:pt x="1317" y="147833"/>
                  <a:pt x="696" y="144961"/>
                </a:cubicBezTo>
                <a:cubicBezTo>
                  <a:pt x="77" y="142089"/>
                  <a:pt x="-79" y="139721"/>
                  <a:pt x="231" y="137858"/>
                </a:cubicBezTo>
                <a:cubicBezTo>
                  <a:pt x="696" y="134443"/>
                  <a:pt x="2246" y="132270"/>
                  <a:pt x="4882" y="131338"/>
                </a:cubicBezTo>
                <a:cubicBezTo>
                  <a:pt x="9532" y="129475"/>
                  <a:pt x="13717" y="126409"/>
                  <a:pt x="17437" y="122140"/>
                </a:cubicBezTo>
                <a:cubicBezTo>
                  <a:pt x="21158" y="117870"/>
                  <a:pt x="23018" y="113097"/>
                  <a:pt x="23018" y="107818"/>
                </a:cubicBezTo>
                <a:cubicBezTo>
                  <a:pt x="23018" y="102385"/>
                  <a:pt x="21158" y="97650"/>
                  <a:pt x="17437" y="93613"/>
                </a:cubicBezTo>
                <a:cubicBezTo>
                  <a:pt x="13717" y="89577"/>
                  <a:pt x="9532" y="86627"/>
                  <a:pt x="4882" y="84764"/>
                </a:cubicBezTo>
                <a:cubicBezTo>
                  <a:pt x="3487" y="84299"/>
                  <a:pt x="2324" y="83173"/>
                  <a:pt x="1394" y="81388"/>
                </a:cubicBezTo>
                <a:cubicBezTo>
                  <a:pt x="464" y="79602"/>
                  <a:pt x="-1" y="77778"/>
                  <a:pt x="-1" y="75915"/>
                </a:cubicBezTo>
                <a:cubicBezTo>
                  <a:pt x="-1" y="73897"/>
                  <a:pt x="309" y="71646"/>
                  <a:pt x="929" y="69162"/>
                </a:cubicBezTo>
                <a:cubicBezTo>
                  <a:pt x="1549" y="66678"/>
                  <a:pt x="2363" y="64272"/>
                  <a:pt x="3371" y="61943"/>
                </a:cubicBezTo>
                <a:cubicBezTo>
                  <a:pt x="4378" y="59615"/>
                  <a:pt x="5541" y="57480"/>
                  <a:pt x="6858" y="55539"/>
                </a:cubicBezTo>
                <a:cubicBezTo>
                  <a:pt x="8176" y="53599"/>
                  <a:pt x="9609" y="52163"/>
                  <a:pt x="11160" y="51231"/>
                </a:cubicBezTo>
                <a:cubicBezTo>
                  <a:pt x="12400" y="50455"/>
                  <a:pt x="13601" y="50144"/>
                  <a:pt x="14764" y="50300"/>
                </a:cubicBezTo>
                <a:cubicBezTo>
                  <a:pt x="15926" y="50455"/>
                  <a:pt x="17205" y="50765"/>
                  <a:pt x="18600" y="51231"/>
                </a:cubicBezTo>
                <a:cubicBezTo>
                  <a:pt x="23250" y="53094"/>
                  <a:pt x="28094" y="53676"/>
                  <a:pt x="33132" y="52978"/>
                </a:cubicBezTo>
                <a:cubicBezTo>
                  <a:pt x="38170" y="52279"/>
                  <a:pt x="42626" y="50067"/>
                  <a:pt x="46502" y="46341"/>
                </a:cubicBezTo>
                <a:cubicBezTo>
                  <a:pt x="48362" y="44478"/>
                  <a:pt x="49718" y="42188"/>
                  <a:pt x="50571" y="39471"/>
                </a:cubicBezTo>
                <a:cubicBezTo>
                  <a:pt x="51423" y="36754"/>
                  <a:pt x="51966" y="34076"/>
                  <a:pt x="52198" y="31437"/>
                </a:cubicBezTo>
                <a:cubicBezTo>
                  <a:pt x="52431" y="28798"/>
                  <a:pt x="52431" y="26392"/>
                  <a:pt x="52198" y="24218"/>
                </a:cubicBezTo>
                <a:cubicBezTo>
                  <a:pt x="51966" y="22045"/>
                  <a:pt x="51772" y="20493"/>
                  <a:pt x="51617" y="19561"/>
                </a:cubicBezTo>
                <a:cubicBezTo>
                  <a:pt x="51307" y="18630"/>
                  <a:pt x="51036" y="17543"/>
                  <a:pt x="50803" y="16301"/>
                </a:cubicBezTo>
                <a:cubicBezTo>
                  <a:pt x="50571" y="15059"/>
                  <a:pt x="50687" y="13972"/>
                  <a:pt x="51152" y="13041"/>
                </a:cubicBezTo>
                <a:cubicBezTo>
                  <a:pt x="52082" y="10867"/>
                  <a:pt x="53748" y="8966"/>
                  <a:pt x="56151" y="7335"/>
                </a:cubicBezTo>
                <a:cubicBezTo>
                  <a:pt x="58554" y="5705"/>
                  <a:pt x="61150" y="4347"/>
                  <a:pt x="63940" y="3260"/>
                </a:cubicBezTo>
                <a:cubicBezTo>
                  <a:pt x="66730" y="2173"/>
                  <a:pt x="69443" y="1358"/>
                  <a:pt x="72078" y="815"/>
                </a:cubicBezTo>
                <a:cubicBezTo>
                  <a:pt x="74713" y="272"/>
                  <a:pt x="76806" y="0"/>
                  <a:pt x="78356" y="0"/>
                </a:cubicBezTo>
                <a:cubicBezTo>
                  <a:pt x="80371" y="0"/>
                  <a:pt x="81960" y="660"/>
                  <a:pt x="83123" y="1980"/>
                </a:cubicBezTo>
                <a:cubicBezTo>
                  <a:pt x="84285" y="3299"/>
                  <a:pt x="85099" y="4658"/>
                  <a:pt x="85564" y="6055"/>
                </a:cubicBezTo>
                <a:cubicBezTo>
                  <a:pt x="87269" y="10246"/>
                  <a:pt x="90059" y="13933"/>
                  <a:pt x="93934" y="17116"/>
                </a:cubicBezTo>
                <a:cubicBezTo>
                  <a:pt x="97810" y="20298"/>
                  <a:pt x="102382" y="21890"/>
                  <a:pt x="107653" y="21890"/>
                </a:cubicBezTo>
                <a:cubicBezTo>
                  <a:pt x="113078" y="21890"/>
                  <a:pt x="117883" y="20376"/>
                  <a:pt x="122069" y="17349"/>
                </a:cubicBezTo>
                <a:cubicBezTo>
                  <a:pt x="126254" y="14322"/>
                  <a:pt x="129199" y="10479"/>
                  <a:pt x="130904" y="5822"/>
                </a:cubicBezTo>
                <a:cubicBezTo>
                  <a:pt x="131524" y="4580"/>
                  <a:pt x="132493" y="3299"/>
                  <a:pt x="133811" y="1980"/>
                </a:cubicBezTo>
                <a:cubicBezTo>
                  <a:pt x="135128" y="660"/>
                  <a:pt x="136484" y="0"/>
                  <a:pt x="137879" y="0"/>
                </a:cubicBezTo>
                <a:cubicBezTo>
                  <a:pt x="140049" y="0"/>
                  <a:pt x="142413" y="311"/>
                  <a:pt x="144971" y="931"/>
                </a:cubicBezTo>
                <a:cubicBezTo>
                  <a:pt x="147529" y="1553"/>
                  <a:pt x="150047" y="2406"/>
                  <a:pt x="152528" y="3493"/>
                </a:cubicBezTo>
                <a:cubicBezTo>
                  <a:pt x="155008" y="4580"/>
                  <a:pt x="157294" y="5977"/>
                  <a:pt x="159387" y="7685"/>
                </a:cubicBezTo>
                <a:cubicBezTo>
                  <a:pt x="161480" y="9392"/>
                  <a:pt x="163146" y="11255"/>
                  <a:pt x="164386" y="13273"/>
                </a:cubicBezTo>
                <a:cubicBezTo>
                  <a:pt x="165161" y="14515"/>
                  <a:pt x="165393" y="15874"/>
                  <a:pt x="165083" y="17349"/>
                </a:cubicBezTo>
                <a:cubicBezTo>
                  <a:pt x="164774" y="18824"/>
                  <a:pt x="164463" y="19871"/>
                  <a:pt x="164153" y="20493"/>
                </a:cubicBezTo>
                <a:cubicBezTo>
                  <a:pt x="162138" y="24995"/>
                  <a:pt x="161518" y="29730"/>
                  <a:pt x="162293" y="34697"/>
                </a:cubicBezTo>
                <a:cubicBezTo>
                  <a:pt x="163068" y="39665"/>
                  <a:pt x="165316" y="44012"/>
                  <a:pt x="169036" y="47738"/>
                </a:cubicBezTo>
                <a:cubicBezTo>
                  <a:pt x="172756" y="51464"/>
                  <a:pt x="177329" y="53521"/>
                  <a:pt x="182755" y="53909"/>
                </a:cubicBezTo>
                <a:cubicBezTo>
                  <a:pt x="188179" y="54297"/>
                  <a:pt x="193218" y="53404"/>
                  <a:pt x="197869" y="51231"/>
                </a:cubicBezTo>
                <a:cubicBezTo>
                  <a:pt x="199107" y="50455"/>
                  <a:pt x="200619" y="50144"/>
                  <a:pt x="202402" y="50300"/>
                </a:cubicBezTo>
                <a:cubicBezTo>
                  <a:pt x="204185" y="50455"/>
                  <a:pt x="205695" y="51154"/>
                  <a:pt x="206935" y="52395"/>
                </a:cubicBezTo>
                <a:cubicBezTo>
                  <a:pt x="209261" y="54569"/>
                  <a:pt x="211314" y="57868"/>
                  <a:pt x="213097" y="62292"/>
                </a:cubicBezTo>
                <a:cubicBezTo>
                  <a:pt x="214881" y="66717"/>
                  <a:pt x="216082" y="71180"/>
                  <a:pt x="216701" y="75682"/>
                </a:cubicBezTo>
                <a:cubicBezTo>
                  <a:pt x="217012" y="78321"/>
                  <a:pt x="216586" y="80379"/>
                  <a:pt x="215424" y="81853"/>
                </a:cubicBezTo>
                <a:cubicBezTo>
                  <a:pt x="214260" y="83328"/>
                  <a:pt x="213058" y="84299"/>
                  <a:pt x="211818" y="84764"/>
                </a:cubicBezTo>
                <a:cubicBezTo>
                  <a:pt x="207013" y="86472"/>
                  <a:pt x="202906" y="89461"/>
                  <a:pt x="199496" y="93730"/>
                </a:cubicBezTo>
                <a:cubicBezTo>
                  <a:pt x="196085" y="97999"/>
                  <a:pt x="194380" y="102850"/>
                  <a:pt x="194380" y="108284"/>
                </a:cubicBezTo>
                <a:cubicBezTo>
                  <a:pt x="194380" y="113563"/>
                  <a:pt x="195814" y="118181"/>
                  <a:pt x="198681" y="122140"/>
                </a:cubicBezTo>
                <a:cubicBezTo>
                  <a:pt x="201548" y="126098"/>
                  <a:pt x="205308" y="128932"/>
                  <a:pt x="209959" y="130639"/>
                </a:cubicBezTo>
                <a:cubicBezTo>
                  <a:pt x="211043" y="131261"/>
                  <a:pt x="211974" y="131881"/>
                  <a:pt x="212748" y="132502"/>
                </a:cubicBezTo>
                <a:cubicBezTo>
                  <a:pt x="214453" y="133900"/>
                  <a:pt x="215617" y="135685"/>
                  <a:pt x="216236" y="137858"/>
                </a:cubicBezTo>
                <a:close/>
                <a:moveTo>
                  <a:pt x="108118" y="158816"/>
                </a:moveTo>
                <a:cubicBezTo>
                  <a:pt x="115093" y="158816"/>
                  <a:pt x="121681" y="157497"/>
                  <a:pt x="127881" y="154858"/>
                </a:cubicBezTo>
                <a:cubicBezTo>
                  <a:pt x="134082" y="152219"/>
                  <a:pt x="139468" y="148570"/>
                  <a:pt x="144041" y="143913"/>
                </a:cubicBezTo>
                <a:cubicBezTo>
                  <a:pt x="148614" y="139256"/>
                  <a:pt x="152218" y="133861"/>
                  <a:pt x="154853" y="127729"/>
                </a:cubicBezTo>
                <a:cubicBezTo>
                  <a:pt x="157488" y="121596"/>
                  <a:pt x="158805" y="115037"/>
                  <a:pt x="158805" y="108051"/>
                </a:cubicBezTo>
                <a:cubicBezTo>
                  <a:pt x="158805" y="101065"/>
                  <a:pt x="157488" y="94506"/>
                  <a:pt x="154853" y="88374"/>
                </a:cubicBezTo>
                <a:cubicBezTo>
                  <a:pt x="152218" y="82242"/>
                  <a:pt x="148614" y="76886"/>
                  <a:pt x="144041" y="72306"/>
                </a:cubicBezTo>
                <a:cubicBezTo>
                  <a:pt x="139468" y="67726"/>
                  <a:pt x="134082" y="64116"/>
                  <a:pt x="127881" y="61477"/>
                </a:cubicBezTo>
                <a:cubicBezTo>
                  <a:pt x="121681" y="58838"/>
                  <a:pt x="115093" y="57519"/>
                  <a:pt x="108118" y="57519"/>
                </a:cubicBezTo>
                <a:cubicBezTo>
                  <a:pt x="101142" y="57519"/>
                  <a:pt x="94593" y="58838"/>
                  <a:pt x="88470" y="61477"/>
                </a:cubicBezTo>
                <a:cubicBezTo>
                  <a:pt x="82348" y="64116"/>
                  <a:pt x="77000" y="67726"/>
                  <a:pt x="72427" y="72306"/>
                </a:cubicBezTo>
                <a:cubicBezTo>
                  <a:pt x="67854" y="76886"/>
                  <a:pt x="64250" y="82242"/>
                  <a:pt x="61615" y="88374"/>
                </a:cubicBezTo>
                <a:cubicBezTo>
                  <a:pt x="58980" y="94506"/>
                  <a:pt x="57662" y="101065"/>
                  <a:pt x="57662" y="108051"/>
                </a:cubicBezTo>
                <a:cubicBezTo>
                  <a:pt x="57662" y="115037"/>
                  <a:pt x="58980" y="121596"/>
                  <a:pt x="61615" y="127729"/>
                </a:cubicBezTo>
                <a:cubicBezTo>
                  <a:pt x="64250" y="133861"/>
                  <a:pt x="67854" y="139256"/>
                  <a:pt x="72427" y="143913"/>
                </a:cubicBezTo>
                <a:cubicBezTo>
                  <a:pt x="77000" y="148570"/>
                  <a:pt x="82348" y="152219"/>
                  <a:pt x="88470" y="154858"/>
                </a:cubicBezTo>
                <a:cubicBezTo>
                  <a:pt x="94593" y="157497"/>
                  <a:pt x="101142" y="158816"/>
                  <a:pt x="108118" y="158816"/>
                </a:cubicBezTo>
                <a:close/>
              </a:path>
            </a:pathLst>
          </a:custGeom>
          <a:gradFill flip="none" rotWithShape="1">
            <a:gsLst>
              <a:gs pos="99301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3" name="图形 11"/>
          <p:cNvSpPr/>
          <p:nvPr>
            <p:custDataLst>
              <p:tags r:id="rId25"/>
            </p:custDataLst>
          </p:nvPr>
        </p:nvSpPr>
        <p:spPr>
          <a:xfrm>
            <a:off x="5656812" y="3679538"/>
            <a:ext cx="370915" cy="335897"/>
          </a:xfrm>
          <a:custGeom>
            <a:avLst/>
            <a:gdLst>
              <a:gd name="connsiteX0" fmla="*/ 828671 w 2103595"/>
              <a:gd name="connsiteY0" fmla="*/ 219743 h 1905000"/>
              <a:gd name="connsiteX1" fmla="*/ 898912 w 2103595"/>
              <a:gd name="connsiteY1" fmla="*/ 130064 h 1905000"/>
              <a:gd name="connsiteX2" fmla="*/ 1216388 w 2103595"/>
              <a:gd name="connsiteY2" fmla="*/ 130064 h 1905000"/>
              <a:gd name="connsiteX3" fmla="*/ 1291924 w 2103595"/>
              <a:gd name="connsiteY3" fmla="*/ 219743 h 1905000"/>
              <a:gd name="connsiteX4" fmla="*/ 1291924 w 2103595"/>
              <a:gd name="connsiteY4" fmla="*/ 249822 h 1905000"/>
              <a:gd name="connsiteX5" fmla="*/ 828671 w 2103595"/>
              <a:gd name="connsiteY5" fmla="*/ 249822 h 1905000"/>
              <a:gd name="connsiteX6" fmla="*/ 828671 w 2103595"/>
              <a:gd name="connsiteY6" fmla="*/ 219743 h 1905000"/>
              <a:gd name="connsiteX7" fmla="*/ 1814547 w 2103595"/>
              <a:gd name="connsiteY7" fmla="*/ 257064 h 1905000"/>
              <a:gd name="connsiteX8" fmla="*/ 1422650 w 2103595"/>
              <a:gd name="connsiteY8" fmla="*/ 257064 h 1905000"/>
              <a:gd name="connsiteX9" fmla="*/ 1422650 w 2103595"/>
              <a:gd name="connsiteY9" fmla="*/ 219743 h 1905000"/>
              <a:gd name="connsiteX10" fmla="*/ 1202730 w 2103595"/>
              <a:gd name="connsiteY10" fmla="*/ 0 h 1905000"/>
              <a:gd name="connsiteX11" fmla="*/ 900863 w 2103595"/>
              <a:gd name="connsiteY11" fmla="*/ 0 h 1905000"/>
              <a:gd name="connsiteX12" fmla="*/ 680943 w 2103595"/>
              <a:gd name="connsiteY12" fmla="*/ 219743 h 1905000"/>
              <a:gd name="connsiteX13" fmla="*/ 680943 w 2103595"/>
              <a:gd name="connsiteY13" fmla="*/ 257064 h 1905000"/>
              <a:gd name="connsiteX14" fmla="*/ 291275 w 2103595"/>
              <a:gd name="connsiteY14" fmla="*/ 257064 h 1905000"/>
              <a:gd name="connsiteX15" fmla="*/ 0 w 2103595"/>
              <a:gd name="connsiteY15" fmla="*/ 548105 h 1905000"/>
              <a:gd name="connsiteX16" fmla="*/ 0 w 2103595"/>
              <a:gd name="connsiteY16" fmla="*/ 1148292 h 1905000"/>
              <a:gd name="connsiteX17" fmla="*/ 16724 w 2103595"/>
              <a:gd name="connsiteY17" fmla="*/ 1164445 h 1905000"/>
              <a:gd name="connsiteX18" fmla="*/ 867136 w 2103595"/>
              <a:gd name="connsiteY18" fmla="*/ 1206779 h 1905000"/>
              <a:gd name="connsiteX19" fmla="*/ 895846 w 2103595"/>
              <a:gd name="connsiteY19" fmla="*/ 1196195 h 1905000"/>
              <a:gd name="connsiteX20" fmla="*/ 907831 w 2103595"/>
              <a:gd name="connsiteY20" fmla="*/ 1168066 h 1905000"/>
              <a:gd name="connsiteX21" fmla="*/ 907831 w 2103595"/>
              <a:gd name="connsiteY21" fmla="*/ 1098439 h 1905000"/>
              <a:gd name="connsiteX22" fmla="*/ 1047476 w 2103595"/>
              <a:gd name="connsiteY22" fmla="*/ 956956 h 1905000"/>
              <a:gd name="connsiteX23" fmla="*/ 1195204 w 2103595"/>
              <a:gd name="connsiteY23" fmla="*/ 1103173 h 1905000"/>
              <a:gd name="connsiteX24" fmla="*/ 1195204 w 2103595"/>
              <a:gd name="connsiteY24" fmla="*/ 1168066 h 1905000"/>
              <a:gd name="connsiteX25" fmla="*/ 1207190 w 2103595"/>
              <a:gd name="connsiteY25" fmla="*/ 1196195 h 1905000"/>
              <a:gd name="connsiteX26" fmla="*/ 1235899 w 2103595"/>
              <a:gd name="connsiteY26" fmla="*/ 1206779 h 1905000"/>
              <a:gd name="connsiteX27" fmla="*/ 2098854 w 2103595"/>
              <a:gd name="connsiteY27" fmla="*/ 1164445 h 1905000"/>
              <a:gd name="connsiteX28" fmla="*/ 2103593 w 2103595"/>
              <a:gd name="connsiteY28" fmla="*/ 1148292 h 1905000"/>
              <a:gd name="connsiteX29" fmla="*/ 2103593 w 2103595"/>
              <a:gd name="connsiteY29" fmla="*/ 545877 h 1905000"/>
              <a:gd name="connsiteX30" fmla="*/ 1814547 w 2103595"/>
              <a:gd name="connsiteY30" fmla="*/ 257064 h 1905000"/>
              <a:gd name="connsiteX31" fmla="*/ 2098854 w 2103595"/>
              <a:gd name="connsiteY31" fmla="*/ 1270279 h 1905000"/>
              <a:gd name="connsiteX32" fmla="*/ 1233669 w 2103595"/>
              <a:gd name="connsiteY32" fmla="*/ 1314005 h 1905000"/>
              <a:gd name="connsiteX33" fmla="*/ 1197991 w 2103595"/>
              <a:gd name="connsiteY33" fmla="*/ 1346590 h 1905000"/>
              <a:gd name="connsiteX34" fmla="*/ 1053329 w 2103595"/>
              <a:gd name="connsiteY34" fmla="*/ 1466070 h 1905000"/>
              <a:gd name="connsiteX35" fmla="*/ 911176 w 2103595"/>
              <a:gd name="connsiteY35" fmla="*/ 1344919 h 1905000"/>
              <a:gd name="connsiteX36" fmla="*/ 874662 w 2103595"/>
              <a:gd name="connsiteY36" fmla="*/ 1312333 h 1905000"/>
              <a:gd name="connsiteX37" fmla="*/ 16724 w 2103595"/>
              <a:gd name="connsiteY37" fmla="*/ 1270279 h 1905000"/>
              <a:gd name="connsiteX38" fmla="*/ 0 w 2103595"/>
              <a:gd name="connsiteY38" fmla="*/ 1274456 h 1905000"/>
              <a:gd name="connsiteX39" fmla="*/ 0 w 2103595"/>
              <a:gd name="connsiteY39" fmla="*/ 1620364 h 1905000"/>
              <a:gd name="connsiteX40" fmla="*/ 284864 w 2103595"/>
              <a:gd name="connsiteY40" fmla="*/ 1905000 h 1905000"/>
              <a:gd name="connsiteX41" fmla="*/ 1830156 w 2103595"/>
              <a:gd name="connsiteY41" fmla="*/ 1905000 h 1905000"/>
              <a:gd name="connsiteX42" fmla="*/ 2103593 w 2103595"/>
              <a:gd name="connsiteY42" fmla="*/ 1631783 h 1905000"/>
              <a:gd name="connsiteX43" fmla="*/ 2103593 w 2103595"/>
              <a:gd name="connsiteY43" fmla="*/ 1274456 h 1905000"/>
              <a:gd name="connsiteX44" fmla="*/ 2098854 w 2103595"/>
              <a:gd name="connsiteY44" fmla="*/ 1270279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103595" h="1905000">
                <a:moveTo>
                  <a:pt x="828671" y="219743"/>
                </a:moveTo>
                <a:cubicBezTo>
                  <a:pt x="828671" y="176018"/>
                  <a:pt x="855151" y="130064"/>
                  <a:pt x="898912" y="130064"/>
                </a:cubicBezTo>
                <a:lnTo>
                  <a:pt x="1216388" y="130064"/>
                </a:lnTo>
                <a:cubicBezTo>
                  <a:pt x="1260149" y="130064"/>
                  <a:pt x="1291924" y="176018"/>
                  <a:pt x="1291924" y="219743"/>
                </a:cubicBezTo>
                <a:lnTo>
                  <a:pt x="1291924" y="249822"/>
                </a:lnTo>
                <a:lnTo>
                  <a:pt x="828671" y="249822"/>
                </a:lnTo>
                <a:lnTo>
                  <a:pt x="828671" y="219743"/>
                </a:lnTo>
                <a:close/>
                <a:moveTo>
                  <a:pt x="1814547" y="257064"/>
                </a:moveTo>
                <a:lnTo>
                  <a:pt x="1422650" y="257064"/>
                </a:lnTo>
                <a:lnTo>
                  <a:pt x="1422650" y="219743"/>
                </a:lnTo>
                <a:cubicBezTo>
                  <a:pt x="1422650" y="98871"/>
                  <a:pt x="1323700" y="0"/>
                  <a:pt x="1202730" y="0"/>
                </a:cubicBezTo>
                <a:lnTo>
                  <a:pt x="900863" y="0"/>
                </a:lnTo>
                <a:cubicBezTo>
                  <a:pt x="779893" y="0"/>
                  <a:pt x="680943" y="98871"/>
                  <a:pt x="680943" y="219743"/>
                </a:cubicBezTo>
                <a:lnTo>
                  <a:pt x="680943" y="257064"/>
                </a:lnTo>
                <a:lnTo>
                  <a:pt x="291275" y="257064"/>
                </a:lnTo>
                <a:cubicBezTo>
                  <a:pt x="131004" y="257064"/>
                  <a:pt x="0" y="387963"/>
                  <a:pt x="0" y="548105"/>
                </a:cubicBezTo>
                <a:lnTo>
                  <a:pt x="0" y="1148292"/>
                </a:lnTo>
                <a:cubicBezTo>
                  <a:pt x="0" y="1153305"/>
                  <a:pt x="11707" y="1164445"/>
                  <a:pt x="16724" y="1164445"/>
                </a:cubicBezTo>
                <a:lnTo>
                  <a:pt x="867136" y="1206779"/>
                </a:lnTo>
                <a:cubicBezTo>
                  <a:pt x="877728" y="1207336"/>
                  <a:pt x="888320" y="1203436"/>
                  <a:pt x="895846" y="1196195"/>
                </a:cubicBezTo>
                <a:cubicBezTo>
                  <a:pt x="903650" y="1188954"/>
                  <a:pt x="907831" y="1178649"/>
                  <a:pt x="907831" y="1168066"/>
                </a:cubicBezTo>
                <a:lnTo>
                  <a:pt x="907831" y="1098439"/>
                </a:lnTo>
                <a:cubicBezTo>
                  <a:pt x="907831" y="1021570"/>
                  <a:pt x="970825" y="955285"/>
                  <a:pt x="1047476" y="956956"/>
                </a:cubicBezTo>
                <a:cubicBezTo>
                  <a:pt x="1126636" y="958627"/>
                  <a:pt x="1195204" y="1023798"/>
                  <a:pt x="1195204" y="1103173"/>
                </a:cubicBezTo>
                <a:lnTo>
                  <a:pt x="1195204" y="1168066"/>
                </a:lnTo>
                <a:cubicBezTo>
                  <a:pt x="1195204" y="1178649"/>
                  <a:pt x="1199664" y="1188954"/>
                  <a:pt x="1207190" y="1196195"/>
                </a:cubicBezTo>
                <a:cubicBezTo>
                  <a:pt x="1214994" y="1203436"/>
                  <a:pt x="1225307" y="1207336"/>
                  <a:pt x="1235899" y="1206779"/>
                </a:cubicBezTo>
                <a:lnTo>
                  <a:pt x="2098854" y="1164445"/>
                </a:lnTo>
                <a:cubicBezTo>
                  <a:pt x="2103871" y="1164445"/>
                  <a:pt x="2103593" y="1153305"/>
                  <a:pt x="2103593" y="1148292"/>
                </a:cubicBezTo>
                <a:lnTo>
                  <a:pt x="2103593" y="545877"/>
                </a:lnTo>
                <a:cubicBezTo>
                  <a:pt x="2103593" y="386849"/>
                  <a:pt x="1973703" y="257064"/>
                  <a:pt x="1814547" y="257064"/>
                </a:cubicBezTo>
                <a:close/>
                <a:moveTo>
                  <a:pt x="2098854" y="1270279"/>
                </a:moveTo>
                <a:lnTo>
                  <a:pt x="1233669" y="1314005"/>
                </a:lnTo>
                <a:cubicBezTo>
                  <a:pt x="1215552" y="1314840"/>
                  <a:pt x="1200779" y="1328765"/>
                  <a:pt x="1197991" y="1346590"/>
                </a:cubicBezTo>
                <a:cubicBezTo>
                  <a:pt x="1191023" y="1390594"/>
                  <a:pt x="1163150" y="1466349"/>
                  <a:pt x="1053329" y="1466070"/>
                </a:cubicBezTo>
                <a:cubicBezTo>
                  <a:pt x="948805" y="1465792"/>
                  <a:pt x="919538" y="1389202"/>
                  <a:pt x="911176" y="1344919"/>
                </a:cubicBezTo>
                <a:cubicBezTo>
                  <a:pt x="907831" y="1326816"/>
                  <a:pt x="893058" y="1313447"/>
                  <a:pt x="874662" y="1312333"/>
                </a:cubicBezTo>
                <a:lnTo>
                  <a:pt x="16724" y="1270279"/>
                </a:lnTo>
                <a:cubicBezTo>
                  <a:pt x="11707" y="1270279"/>
                  <a:pt x="0" y="1269443"/>
                  <a:pt x="0" y="1274456"/>
                </a:cubicBezTo>
                <a:lnTo>
                  <a:pt x="0" y="1620364"/>
                </a:lnTo>
                <a:cubicBezTo>
                  <a:pt x="0" y="1776886"/>
                  <a:pt x="128217" y="1905000"/>
                  <a:pt x="284864" y="1905000"/>
                </a:cubicBezTo>
                <a:lnTo>
                  <a:pt x="1830156" y="1905000"/>
                </a:lnTo>
                <a:cubicBezTo>
                  <a:pt x="1981229" y="1905000"/>
                  <a:pt x="2103593" y="1782735"/>
                  <a:pt x="2103593" y="1631783"/>
                </a:cubicBezTo>
                <a:lnTo>
                  <a:pt x="2103593" y="1274456"/>
                </a:lnTo>
                <a:cubicBezTo>
                  <a:pt x="2103593" y="1269443"/>
                  <a:pt x="2103871" y="1270279"/>
                  <a:pt x="2098854" y="1270279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99999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819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4" name="图形 15"/>
          <p:cNvSpPr/>
          <p:nvPr>
            <p:custDataLst>
              <p:tags r:id="rId26"/>
            </p:custDataLst>
          </p:nvPr>
        </p:nvSpPr>
        <p:spPr>
          <a:xfrm>
            <a:off x="3103152" y="3688968"/>
            <a:ext cx="331536" cy="323048"/>
          </a:xfrm>
          <a:custGeom>
            <a:avLst/>
            <a:gdLst>
              <a:gd name="connsiteX0" fmla="*/ 754063 w 1547773"/>
              <a:gd name="connsiteY0" fmla="*/ 19 h 1508143"/>
              <a:gd name="connsiteX1" fmla="*/ 1066998 w 1547773"/>
              <a:gd name="connsiteY1" fmla="*/ 67805 h 1508143"/>
              <a:gd name="connsiteX2" fmla="*/ 947341 w 1547773"/>
              <a:gd name="connsiteY2" fmla="*/ 181430 h 1508143"/>
              <a:gd name="connsiteX3" fmla="*/ 916583 w 1547773"/>
              <a:gd name="connsiteY3" fmla="*/ 293944 h 1508143"/>
              <a:gd name="connsiteX4" fmla="*/ 918766 w 1547773"/>
              <a:gd name="connsiteY4" fmla="*/ 301406 h 1508143"/>
              <a:gd name="connsiteX5" fmla="*/ 936784 w 1547773"/>
              <a:gd name="connsiteY5" fmla="*/ 357484 h 1508143"/>
              <a:gd name="connsiteX6" fmla="*/ 754063 w 1547773"/>
              <a:gd name="connsiteY6" fmla="*/ 317519 h 1508143"/>
              <a:gd name="connsiteX7" fmla="*/ 317500 w 1547773"/>
              <a:gd name="connsiteY7" fmla="*/ 754081 h 1508143"/>
              <a:gd name="connsiteX8" fmla="*/ 754063 w 1547773"/>
              <a:gd name="connsiteY8" fmla="*/ 1190644 h 1508143"/>
              <a:gd name="connsiteX9" fmla="*/ 1190625 w 1547773"/>
              <a:gd name="connsiteY9" fmla="*/ 754081 h 1508143"/>
              <a:gd name="connsiteX10" fmla="*/ 1163280 w 1547773"/>
              <a:gd name="connsiteY10" fmla="*/ 601681 h 1508143"/>
              <a:gd name="connsiteX11" fmla="*/ 1264722 w 1547773"/>
              <a:gd name="connsiteY11" fmla="*/ 630455 h 1508143"/>
              <a:gd name="connsiteX12" fmla="*/ 1373148 w 1547773"/>
              <a:gd name="connsiteY12" fmla="*/ 586640 h 1508143"/>
              <a:gd name="connsiteX13" fmla="*/ 1378188 w 1547773"/>
              <a:gd name="connsiteY13" fmla="*/ 581639 h 1508143"/>
              <a:gd name="connsiteX14" fmla="*/ 1462326 w 1547773"/>
              <a:gd name="connsiteY14" fmla="*/ 494604 h 1508143"/>
              <a:gd name="connsiteX15" fmla="*/ 1508125 w 1547773"/>
              <a:gd name="connsiteY15" fmla="*/ 754081 h 1508143"/>
              <a:gd name="connsiteX16" fmla="*/ 754063 w 1547773"/>
              <a:gd name="connsiteY16" fmla="*/ 1508144 h 1508143"/>
              <a:gd name="connsiteX17" fmla="*/ 0 w 1547773"/>
              <a:gd name="connsiteY17" fmla="*/ 754081 h 1508143"/>
              <a:gd name="connsiteX18" fmla="*/ 754063 w 1547773"/>
              <a:gd name="connsiteY18" fmla="*/ 19 h 1508143"/>
              <a:gd name="connsiteX19" fmla="*/ 754063 w 1547773"/>
              <a:gd name="connsiteY19" fmla="*/ 436581 h 1508143"/>
              <a:gd name="connsiteX20" fmla="*/ 895429 w 1547773"/>
              <a:gd name="connsiteY20" fmla="*/ 469720 h 1508143"/>
              <a:gd name="connsiteX21" fmla="*/ 700842 w 1547773"/>
              <a:gd name="connsiteY21" fmla="*/ 673952 h 1508143"/>
              <a:gd name="connsiteX22" fmla="*/ 720765 w 1547773"/>
              <a:gd name="connsiteY22" fmla="*/ 828138 h 1508143"/>
              <a:gd name="connsiteX23" fmla="*/ 887889 w 1547773"/>
              <a:gd name="connsiteY23" fmla="*/ 833139 h 1508143"/>
              <a:gd name="connsiteX24" fmla="*/ 892294 w 1547773"/>
              <a:gd name="connsiteY24" fmla="*/ 829170 h 1508143"/>
              <a:gd name="connsiteX25" fmla="*/ 1059299 w 1547773"/>
              <a:gd name="connsiteY25" fmla="*/ 666372 h 1508143"/>
              <a:gd name="connsiteX26" fmla="*/ 841864 w 1547773"/>
              <a:gd name="connsiteY26" fmla="*/ 1059226 h 1508143"/>
              <a:gd name="connsiteX27" fmla="*/ 449010 w 1547773"/>
              <a:gd name="connsiteY27" fmla="*/ 841791 h 1508143"/>
              <a:gd name="connsiteX28" fmla="*/ 666445 w 1547773"/>
              <a:gd name="connsiteY28" fmla="*/ 448936 h 1508143"/>
              <a:gd name="connsiteX29" fmla="*/ 754063 w 1547773"/>
              <a:gd name="connsiteY29" fmla="*/ 436581 h 1508143"/>
              <a:gd name="connsiteX30" fmla="*/ 1290876 w 1547773"/>
              <a:gd name="connsiteY30" fmla="*/ 11330 h 1508143"/>
              <a:gd name="connsiteX31" fmla="*/ 1300202 w 1547773"/>
              <a:gd name="connsiteY31" fmla="*/ 26451 h 1508143"/>
              <a:gd name="connsiteX32" fmla="*/ 1355368 w 1547773"/>
              <a:gd name="connsiteY32" fmla="*/ 192543 h 1508143"/>
              <a:gd name="connsiteX33" fmla="*/ 1521341 w 1547773"/>
              <a:gd name="connsiteY33" fmla="*/ 247629 h 1508143"/>
              <a:gd name="connsiteX34" fmla="*/ 1545787 w 1547773"/>
              <a:gd name="connsiteY34" fmla="*/ 296463 h 1508143"/>
              <a:gd name="connsiteX35" fmla="*/ 1536502 w 1547773"/>
              <a:gd name="connsiteY35" fmla="*/ 311526 h 1508143"/>
              <a:gd name="connsiteX36" fmla="*/ 1313259 w 1547773"/>
              <a:gd name="connsiteY36" fmla="*/ 534808 h 1508143"/>
              <a:gd name="connsiteX37" fmla="*/ 1234202 w 1547773"/>
              <a:gd name="connsiteY37" fmla="*/ 553461 h 1508143"/>
              <a:gd name="connsiteX38" fmla="*/ 1115854 w 1547773"/>
              <a:gd name="connsiteY38" fmla="*/ 513853 h 1508143"/>
              <a:gd name="connsiteX39" fmla="*/ 852884 w 1547773"/>
              <a:gd name="connsiteY39" fmla="*/ 776822 h 1508143"/>
              <a:gd name="connsiteX40" fmla="*/ 771009 w 1547773"/>
              <a:gd name="connsiteY40" fmla="*/ 778303 h 1508143"/>
              <a:gd name="connsiteX41" fmla="*/ 769528 w 1547773"/>
              <a:gd name="connsiteY41" fmla="*/ 696428 h 1508143"/>
              <a:gd name="connsiteX42" fmla="*/ 771009 w 1547773"/>
              <a:gd name="connsiteY42" fmla="*/ 694947 h 1508143"/>
              <a:gd name="connsiteX43" fmla="*/ 1033423 w 1547773"/>
              <a:gd name="connsiteY43" fmla="*/ 432533 h 1508143"/>
              <a:gd name="connsiteX44" fmla="*/ 994132 w 1547773"/>
              <a:gd name="connsiteY44" fmla="*/ 313471 h 1508143"/>
              <a:gd name="connsiteX45" fmla="*/ 1012904 w 1547773"/>
              <a:gd name="connsiteY45" fmla="*/ 234731 h 1508143"/>
              <a:gd name="connsiteX46" fmla="*/ 1236305 w 1547773"/>
              <a:gd name="connsiteY46" fmla="*/ 11290 h 1508143"/>
              <a:gd name="connsiteX47" fmla="*/ 1290876 w 1547773"/>
              <a:gd name="connsiteY47" fmla="*/ 11290 h 150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547773" h="1508143">
                <a:moveTo>
                  <a:pt x="754063" y="19"/>
                </a:moveTo>
                <a:cubicBezTo>
                  <a:pt x="865704" y="19"/>
                  <a:pt x="971669" y="24268"/>
                  <a:pt x="1066998" y="67805"/>
                </a:cubicBezTo>
                <a:lnTo>
                  <a:pt x="947341" y="181430"/>
                </a:lnTo>
                <a:cubicBezTo>
                  <a:pt x="917906" y="210853"/>
                  <a:pt x="906210" y="253639"/>
                  <a:pt x="916583" y="293944"/>
                </a:cubicBezTo>
                <a:lnTo>
                  <a:pt x="918766" y="301406"/>
                </a:lnTo>
                <a:lnTo>
                  <a:pt x="936784" y="357484"/>
                </a:lnTo>
                <a:cubicBezTo>
                  <a:pt x="879496" y="331069"/>
                  <a:pt x="817147" y="317432"/>
                  <a:pt x="754063" y="317519"/>
                </a:cubicBezTo>
                <a:cubicBezTo>
                  <a:pt x="512961" y="317519"/>
                  <a:pt x="317500" y="512980"/>
                  <a:pt x="317500" y="754081"/>
                </a:cubicBezTo>
                <a:cubicBezTo>
                  <a:pt x="317500" y="995183"/>
                  <a:pt x="512961" y="1190644"/>
                  <a:pt x="754063" y="1190644"/>
                </a:cubicBezTo>
                <a:cubicBezTo>
                  <a:pt x="995164" y="1190644"/>
                  <a:pt x="1190625" y="995183"/>
                  <a:pt x="1190625" y="754081"/>
                </a:cubicBezTo>
                <a:cubicBezTo>
                  <a:pt x="1190625" y="700503"/>
                  <a:pt x="1180981" y="649147"/>
                  <a:pt x="1163280" y="601681"/>
                </a:cubicBezTo>
                <a:lnTo>
                  <a:pt x="1264722" y="630455"/>
                </a:lnTo>
                <a:cubicBezTo>
                  <a:pt x="1304766" y="643829"/>
                  <a:pt x="1342509" y="616366"/>
                  <a:pt x="1373148" y="586640"/>
                </a:cubicBezTo>
                <a:lnTo>
                  <a:pt x="1378188" y="581639"/>
                </a:lnTo>
                <a:lnTo>
                  <a:pt x="1462326" y="494604"/>
                </a:lnTo>
                <a:cubicBezTo>
                  <a:pt x="1492732" y="577730"/>
                  <a:pt x="1508236" y="665569"/>
                  <a:pt x="1508125" y="754081"/>
                </a:cubicBezTo>
                <a:cubicBezTo>
                  <a:pt x="1508125" y="1170522"/>
                  <a:pt x="1170503" y="1508144"/>
                  <a:pt x="754063" y="1508144"/>
                </a:cubicBezTo>
                <a:cubicBezTo>
                  <a:pt x="337622" y="1508144"/>
                  <a:pt x="0" y="1170522"/>
                  <a:pt x="0" y="754081"/>
                </a:cubicBezTo>
                <a:cubicBezTo>
                  <a:pt x="0" y="337640"/>
                  <a:pt x="337622" y="19"/>
                  <a:pt x="754063" y="19"/>
                </a:cubicBezTo>
                <a:close/>
                <a:moveTo>
                  <a:pt x="754063" y="436581"/>
                </a:moveTo>
                <a:cubicBezTo>
                  <a:pt x="804862" y="436581"/>
                  <a:pt x="852845" y="448487"/>
                  <a:pt x="895429" y="469720"/>
                </a:cubicBezTo>
                <a:lnTo>
                  <a:pt x="700842" y="673952"/>
                </a:lnTo>
                <a:cubicBezTo>
                  <a:pt x="666393" y="708401"/>
                  <a:pt x="677188" y="786784"/>
                  <a:pt x="720765" y="828138"/>
                </a:cubicBezTo>
                <a:cubicBezTo>
                  <a:pt x="762595" y="867826"/>
                  <a:pt x="850463" y="864016"/>
                  <a:pt x="887889" y="833139"/>
                </a:cubicBezTo>
                <a:lnTo>
                  <a:pt x="892294" y="829170"/>
                </a:lnTo>
                <a:lnTo>
                  <a:pt x="1059299" y="666372"/>
                </a:lnTo>
                <a:cubicBezTo>
                  <a:pt x="1107740" y="834899"/>
                  <a:pt x="1010390" y="1010785"/>
                  <a:pt x="841864" y="1059226"/>
                </a:cubicBezTo>
                <a:cubicBezTo>
                  <a:pt x="673337" y="1107667"/>
                  <a:pt x="497450" y="1010317"/>
                  <a:pt x="449010" y="841791"/>
                </a:cubicBezTo>
                <a:cubicBezTo>
                  <a:pt x="400569" y="673264"/>
                  <a:pt x="497918" y="497377"/>
                  <a:pt x="666445" y="448936"/>
                </a:cubicBezTo>
                <a:cubicBezTo>
                  <a:pt x="694931" y="440749"/>
                  <a:pt x="724423" y="436590"/>
                  <a:pt x="754063" y="436581"/>
                </a:cubicBezTo>
                <a:close/>
                <a:moveTo>
                  <a:pt x="1290876" y="11330"/>
                </a:moveTo>
                <a:cubicBezTo>
                  <a:pt x="1295118" y="15577"/>
                  <a:pt x="1298311" y="20754"/>
                  <a:pt x="1300202" y="26451"/>
                </a:cubicBezTo>
                <a:lnTo>
                  <a:pt x="1355368" y="192543"/>
                </a:lnTo>
                <a:lnTo>
                  <a:pt x="1521341" y="247629"/>
                </a:lnTo>
                <a:cubicBezTo>
                  <a:pt x="1541577" y="254363"/>
                  <a:pt x="1552522" y="276227"/>
                  <a:pt x="1545787" y="296463"/>
                </a:cubicBezTo>
                <a:cubicBezTo>
                  <a:pt x="1543900" y="302135"/>
                  <a:pt x="1540721" y="307291"/>
                  <a:pt x="1536502" y="311526"/>
                </a:cubicBezTo>
                <a:lnTo>
                  <a:pt x="1313259" y="534808"/>
                </a:lnTo>
                <a:cubicBezTo>
                  <a:pt x="1292573" y="555509"/>
                  <a:pt x="1261960" y="562732"/>
                  <a:pt x="1234202" y="553461"/>
                </a:cubicBezTo>
                <a:lnTo>
                  <a:pt x="1115854" y="513853"/>
                </a:lnTo>
                <a:lnTo>
                  <a:pt x="852884" y="776822"/>
                </a:lnTo>
                <a:cubicBezTo>
                  <a:pt x="830684" y="799840"/>
                  <a:pt x="794027" y="800504"/>
                  <a:pt x="771009" y="778303"/>
                </a:cubicBezTo>
                <a:cubicBezTo>
                  <a:pt x="747991" y="756103"/>
                  <a:pt x="747328" y="719446"/>
                  <a:pt x="769528" y="696428"/>
                </a:cubicBezTo>
                <a:cubicBezTo>
                  <a:pt x="770013" y="695925"/>
                  <a:pt x="770506" y="695432"/>
                  <a:pt x="771009" y="694947"/>
                </a:cubicBezTo>
                <a:lnTo>
                  <a:pt x="1033423" y="432533"/>
                </a:lnTo>
                <a:lnTo>
                  <a:pt x="994132" y="313471"/>
                </a:lnTo>
                <a:cubicBezTo>
                  <a:pt x="985023" y="285785"/>
                  <a:pt x="992284" y="255328"/>
                  <a:pt x="1012904" y="234731"/>
                </a:cubicBezTo>
                <a:lnTo>
                  <a:pt x="1236305" y="11290"/>
                </a:lnTo>
                <a:cubicBezTo>
                  <a:pt x="1251381" y="-3763"/>
                  <a:pt x="1275800" y="-3763"/>
                  <a:pt x="1290876" y="11290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99999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819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5" name="图形 17"/>
          <p:cNvSpPr/>
          <p:nvPr>
            <p:custDataLst>
              <p:tags r:id="rId27"/>
            </p:custDataLst>
          </p:nvPr>
        </p:nvSpPr>
        <p:spPr>
          <a:xfrm>
            <a:off x="7906641" y="3684927"/>
            <a:ext cx="375731" cy="329089"/>
          </a:xfrm>
          <a:custGeom>
            <a:avLst/>
            <a:gdLst>
              <a:gd name="connsiteX0" fmla="*/ 1230809 w 1542453"/>
              <a:gd name="connsiteY0" fmla="*/ 717540 h 1211658"/>
              <a:gd name="connsiteX1" fmla="*/ 1201229 w 1542453"/>
              <a:gd name="connsiteY1" fmla="*/ 644242 h 1211658"/>
              <a:gd name="connsiteX2" fmla="*/ 620241 w 1542453"/>
              <a:gd name="connsiteY2" fmla="*/ 73114 h 1211658"/>
              <a:gd name="connsiteX3" fmla="*/ 537456 w 1542453"/>
              <a:gd name="connsiteY3" fmla="*/ 21210 h 1211658"/>
              <a:gd name="connsiteX4" fmla="*/ 442764 w 1542453"/>
              <a:gd name="connsiteY4" fmla="*/ 2 h 1211658"/>
              <a:gd name="connsiteX5" fmla="*/ 104552 w 1542453"/>
              <a:gd name="connsiteY5" fmla="*/ 2 h 1211658"/>
              <a:gd name="connsiteX6" fmla="*/ 31254 w 1542453"/>
              <a:gd name="connsiteY6" fmla="*/ 30884 h 1211658"/>
              <a:gd name="connsiteX7" fmla="*/ 0 w 1542453"/>
              <a:gd name="connsiteY7" fmla="*/ 102880 h 1211658"/>
              <a:gd name="connsiteX8" fmla="*/ 0 w 1542453"/>
              <a:gd name="connsiteY8" fmla="*/ 434580 h 1211658"/>
              <a:gd name="connsiteX9" fmla="*/ 21580 w 1542453"/>
              <a:gd name="connsiteY9" fmla="*/ 527970 h 1211658"/>
              <a:gd name="connsiteX10" fmla="*/ 74414 w 1542453"/>
              <a:gd name="connsiteY10" fmla="*/ 609454 h 1211658"/>
              <a:gd name="connsiteX11" fmla="*/ 655402 w 1542453"/>
              <a:gd name="connsiteY11" fmla="*/ 1181884 h 1211658"/>
              <a:gd name="connsiteX12" fmla="*/ 728700 w 1542453"/>
              <a:gd name="connsiteY12" fmla="*/ 1210905 h 1211658"/>
              <a:gd name="connsiteX13" fmla="*/ 802928 w 1542453"/>
              <a:gd name="connsiteY13" fmla="*/ 1181884 h 1211658"/>
              <a:gd name="connsiteX14" fmla="*/ 1201229 w 1542453"/>
              <a:gd name="connsiteY14" fmla="*/ 789536 h 1211658"/>
              <a:gd name="connsiteX15" fmla="*/ 1230809 w 1542453"/>
              <a:gd name="connsiteY15" fmla="*/ 717540 h 1211658"/>
              <a:gd name="connsiteX16" fmla="*/ 333375 w 1542453"/>
              <a:gd name="connsiteY16" fmla="*/ 328912 h 1211658"/>
              <a:gd name="connsiteX17" fmla="*/ 260077 w 1542453"/>
              <a:gd name="connsiteY17" fmla="*/ 358678 h 1211658"/>
              <a:gd name="connsiteX18" fmla="*/ 186965 w 1542453"/>
              <a:gd name="connsiteY18" fmla="*/ 328912 h 1211658"/>
              <a:gd name="connsiteX19" fmla="*/ 156828 w 1542453"/>
              <a:gd name="connsiteY19" fmla="*/ 256917 h 1211658"/>
              <a:gd name="connsiteX20" fmla="*/ 186965 w 1542453"/>
              <a:gd name="connsiteY20" fmla="*/ 184735 h 1211658"/>
              <a:gd name="connsiteX21" fmla="*/ 260077 w 1542453"/>
              <a:gd name="connsiteY21" fmla="*/ 155156 h 1211658"/>
              <a:gd name="connsiteX22" fmla="*/ 333375 w 1542453"/>
              <a:gd name="connsiteY22" fmla="*/ 184735 h 1211658"/>
              <a:gd name="connsiteX23" fmla="*/ 362769 w 1542453"/>
              <a:gd name="connsiteY23" fmla="*/ 256917 h 1211658"/>
              <a:gd name="connsiteX24" fmla="*/ 333375 w 1542453"/>
              <a:gd name="connsiteY24" fmla="*/ 328912 h 1211658"/>
              <a:gd name="connsiteX25" fmla="*/ 1512838 w 1542453"/>
              <a:gd name="connsiteY25" fmla="*/ 643684 h 1211658"/>
              <a:gd name="connsiteX26" fmla="*/ 931850 w 1542453"/>
              <a:gd name="connsiteY26" fmla="*/ 73114 h 1211658"/>
              <a:gd name="connsiteX27" fmla="*/ 849064 w 1542453"/>
              <a:gd name="connsiteY27" fmla="*/ 21210 h 1211658"/>
              <a:gd name="connsiteX28" fmla="*/ 754373 w 1542453"/>
              <a:gd name="connsiteY28" fmla="*/ 2 h 1211658"/>
              <a:gd name="connsiteX29" fmla="*/ 571500 w 1542453"/>
              <a:gd name="connsiteY29" fmla="*/ 2 h 1211658"/>
              <a:gd name="connsiteX30" fmla="*/ 666378 w 1542453"/>
              <a:gd name="connsiteY30" fmla="*/ 21210 h 1211658"/>
              <a:gd name="connsiteX31" fmla="*/ 749164 w 1542453"/>
              <a:gd name="connsiteY31" fmla="*/ 73114 h 1211658"/>
              <a:gd name="connsiteX32" fmla="*/ 1330151 w 1542453"/>
              <a:gd name="connsiteY32" fmla="*/ 643684 h 1211658"/>
              <a:gd name="connsiteX33" fmla="*/ 1360289 w 1542453"/>
              <a:gd name="connsiteY33" fmla="*/ 716982 h 1211658"/>
              <a:gd name="connsiteX34" fmla="*/ 1330151 w 1542453"/>
              <a:gd name="connsiteY34" fmla="*/ 788977 h 1211658"/>
              <a:gd name="connsiteX35" fmla="*/ 949337 w 1542453"/>
              <a:gd name="connsiteY35" fmla="*/ 1165327 h 1211658"/>
              <a:gd name="connsiteX36" fmla="*/ 992498 w 1542453"/>
              <a:gd name="connsiteY36" fmla="*/ 1201045 h 1211658"/>
              <a:gd name="connsiteX37" fmla="*/ 1040123 w 1542453"/>
              <a:gd name="connsiteY37" fmla="*/ 1211649 h 1211658"/>
              <a:gd name="connsiteX38" fmla="*/ 1114537 w 1542453"/>
              <a:gd name="connsiteY38" fmla="*/ 1182070 h 1211658"/>
              <a:gd name="connsiteX39" fmla="*/ 1512838 w 1542453"/>
              <a:gd name="connsiteY39" fmla="*/ 788605 h 1211658"/>
              <a:gd name="connsiteX40" fmla="*/ 1542418 w 1542453"/>
              <a:gd name="connsiteY40" fmla="*/ 716424 h 1211658"/>
              <a:gd name="connsiteX41" fmla="*/ 1512838 w 1542453"/>
              <a:gd name="connsiteY41" fmla="*/ 643684 h 1211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542453" h="1211658">
                <a:moveTo>
                  <a:pt x="1230809" y="717540"/>
                </a:moveTo>
                <a:cubicBezTo>
                  <a:pt x="1230995" y="690193"/>
                  <a:pt x="1220391" y="663776"/>
                  <a:pt x="1201229" y="644242"/>
                </a:cubicBezTo>
                <a:lnTo>
                  <a:pt x="620241" y="73114"/>
                </a:lnTo>
                <a:cubicBezTo>
                  <a:pt x="599777" y="53022"/>
                  <a:pt x="571500" y="35721"/>
                  <a:pt x="537456" y="21210"/>
                </a:cubicBezTo>
                <a:cubicBezTo>
                  <a:pt x="507504" y="8002"/>
                  <a:pt x="475320" y="746"/>
                  <a:pt x="442764" y="2"/>
                </a:cubicBezTo>
                <a:lnTo>
                  <a:pt x="104552" y="2"/>
                </a:lnTo>
                <a:cubicBezTo>
                  <a:pt x="77019" y="-184"/>
                  <a:pt x="50416" y="10978"/>
                  <a:pt x="31254" y="30884"/>
                </a:cubicBezTo>
                <a:cubicBezTo>
                  <a:pt x="11348" y="49488"/>
                  <a:pt x="0" y="75533"/>
                  <a:pt x="0" y="102880"/>
                </a:cubicBezTo>
                <a:lnTo>
                  <a:pt x="0" y="434580"/>
                </a:lnTo>
                <a:cubicBezTo>
                  <a:pt x="0" y="462486"/>
                  <a:pt x="6883" y="494484"/>
                  <a:pt x="21580" y="527970"/>
                </a:cubicBezTo>
                <a:cubicBezTo>
                  <a:pt x="36277" y="562573"/>
                  <a:pt x="52834" y="589362"/>
                  <a:pt x="74414" y="609454"/>
                </a:cubicBezTo>
                <a:lnTo>
                  <a:pt x="655402" y="1181884"/>
                </a:lnTo>
                <a:cubicBezTo>
                  <a:pt x="674750" y="1201231"/>
                  <a:pt x="701353" y="1211835"/>
                  <a:pt x="728700" y="1210905"/>
                </a:cubicBezTo>
                <a:cubicBezTo>
                  <a:pt x="756233" y="1211277"/>
                  <a:pt x="782836" y="1200859"/>
                  <a:pt x="802928" y="1181884"/>
                </a:cubicBezTo>
                <a:lnTo>
                  <a:pt x="1201229" y="789536"/>
                </a:lnTo>
                <a:cubicBezTo>
                  <a:pt x="1220205" y="770188"/>
                  <a:pt x="1230809" y="744329"/>
                  <a:pt x="1230809" y="717540"/>
                </a:cubicBezTo>
                <a:close/>
                <a:moveTo>
                  <a:pt x="333375" y="328912"/>
                </a:moveTo>
                <a:cubicBezTo>
                  <a:pt x="314027" y="348446"/>
                  <a:pt x="287610" y="359236"/>
                  <a:pt x="260077" y="358678"/>
                </a:cubicBezTo>
                <a:cubicBezTo>
                  <a:pt x="232730" y="359236"/>
                  <a:pt x="206127" y="348446"/>
                  <a:pt x="186965" y="328912"/>
                </a:cubicBezTo>
                <a:cubicBezTo>
                  <a:pt x="167246" y="310123"/>
                  <a:pt x="156456" y="284078"/>
                  <a:pt x="156828" y="256917"/>
                </a:cubicBezTo>
                <a:cubicBezTo>
                  <a:pt x="156828" y="229012"/>
                  <a:pt x="166501" y="205013"/>
                  <a:pt x="186965" y="184735"/>
                </a:cubicBezTo>
                <a:cubicBezTo>
                  <a:pt x="206313" y="165388"/>
                  <a:pt x="232730" y="154598"/>
                  <a:pt x="260077" y="155156"/>
                </a:cubicBezTo>
                <a:cubicBezTo>
                  <a:pt x="288541" y="155156"/>
                  <a:pt x="312911" y="164643"/>
                  <a:pt x="333375" y="184735"/>
                </a:cubicBezTo>
                <a:cubicBezTo>
                  <a:pt x="353839" y="204827"/>
                  <a:pt x="362769" y="228826"/>
                  <a:pt x="362769" y="256917"/>
                </a:cubicBezTo>
                <a:cubicBezTo>
                  <a:pt x="364257" y="284078"/>
                  <a:pt x="353467" y="310681"/>
                  <a:pt x="333375" y="328912"/>
                </a:cubicBezTo>
                <a:close/>
                <a:moveTo>
                  <a:pt x="1512838" y="643684"/>
                </a:moveTo>
                <a:lnTo>
                  <a:pt x="931850" y="73114"/>
                </a:lnTo>
                <a:cubicBezTo>
                  <a:pt x="911386" y="53022"/>
                  <a:pt x="883109" y="35721"/>
                  <a:pt x="849064" y="21210"/>
                </a:cubicBezTo>
                <a:cubicBezTo>
                  <a:pt x="819113" y="8002"/>
                  <a:pt x="786929" y="746"/>
                  <a:pt x="754373" y="2"/>
                </a:cubicBezTo>
                <a:lnTo>
                  <a:pt x="571500" y="2"/>
                </a:lnTo>
                <a:cubicBezTo>
                  <a:pt x="599963" y="2"/>
                  <a:pt x="632334" y="6700"/>
                  <a:pt x="666378" y="21210"/>
                </a:cubicBezTo>
                <a:cubicBezTo>
                  <a:pt x="701539" y="35721"/>
                  <a:pt x="728886" y="51906"/>
                  <a:pt x="749164" y="73114"/>
                </a:cubicBezTo>
                <a:lnTo>
                  <a:pt x="1330151" y="643684"/>
                </a:lnTo>
                <a:cubicBezTo>
                  <a:pt x="1349685" y="663032"/>
                  <a:pt x="1360475" y="689449"/>
                  <a:pt x="1360289" y="716982"/>
                </a:cubicBezTo>
                <a:cubicBezTo>
                  <a:pt x="1360847" y="744143"/>
                  <a:pt x="1349871" y="770188"/>
                  <a:pt x="1330151" y="788977"/>
                </a:cubicBezTo>
                <a:lnTo>
                  <a:pt x="949337" y="1165327"/>
                </a:lnTo>
                <a:cubicBezTo>
                  <a:pt x="965895" y="1181512"/>
                  <a:pt x="980591" y="1193232"/>
                  <a:pt x="992498" y="1201045"/>
                </a:cubicBezTo>
                <a:cubicBezTo>
                  <a:pt x="1004404" y="1208673"/>
                  <a:pt x="1020775" y="1211649"/>
                  <a:pt x="1040123" y="1211649"/>
                </a:cubicBezTo>
                <a:cubicBezTo>
                  <a:pt x="1067842" y="1212021"/>
                  <a:pt x="1094631" y="1201417"/>
                  <a:pt x="1114537" y="1182070"/>
                </a:cubicBezTo>
                <a:lnTo>
                  <a:pt x="1512838" y="788605"/>
                </a:lnTo>
                <a:cubicBezTo>
                  <a:pt x="1532372" y="769816"/>
                  <a:pt x="1543162" y="743585"/>
                  <a:pt x="1542418" y="716424"/>
                </a:cubicBezTo>
                <a:cubicBezTo>
                  <a:pt x="1542604" y="689263"/>
                  <a:pt x="1532000" y="663032"/>
                  <a:pt x="1512838" y="643684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99999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819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6" name="图形 19"/>
          <p:cNvSpPr/>
          <p:nvPr>
            <p:custDataLst>
              <p:tags r:id="rId28"/>
            </p:custDataLst>
          </p:nvPr>
        </p:nvSpPr>
        <p:spPr>
          <a:xfrm>
            <a:off x="10161860" y="3684253"/>
            <a:ext cx="366283" cy="329840"/>
          </a:xfrm>
          <a:custGeom>
            <a:avLst/>
            <a:gdLst>
              <a:gd name="connsiteX0" fmla="*/ 1043984 w 1521932"/>
              <a:gd name="connsiteY0" fmla="*/ 0 h 1370507"/>
              <a:gd name="connsiteX1" fmla="*/ 1273457 w 1521932"/>
              <a:gd name="connsiteY1" fmla="*/ 132834 h 1370507"/>
              <a:gd name="connsiteX2" fmla="*/ 1504359 w 1521932"/>
              <a:gd name="connsiteY2" fmla="*/ 534988 h 1370507"/>
              <a:gd name="connsiteX3" fmla="*/ 1483920 w 1521932"/>
              <a:gd name="connsiteY3" fmla="*/ 693658 h 1370507"/>
              <a:gd name="connsiteX4" fmla="*/ 856858 w 1521932"/>
              <a:gd name="connsiteY4" fmla="*/ 1330960 h 1370507"/>
              <a:gd name="connsiteX5" fmla="*/ 669795 w 1521932"/>
              <a:gd name="connsiteY5" fmla="*/ 1332561 h 1370507"/>
              <a:gd name="connsiteX6" fmla="*/ 666358 w 1521932"/>
              <a:gd name="connsiteY6" fmla="*/ 1329055 h 1370507"/>
              <a:gd name="connsiteX7" fmla="*/ 36160 w 1521932"/>
              <a:gd name="connsiteY7" fmla="*/ 662384 h 1370507"/>
              <a:gd name="connsiteX8" fmla="*/ 19174 w 1521932"/>
              <a:gd name="connsiteY8" fmla="*/ 502920 h 1370507"/>
              <a:gd name="connsiteX9" fmla="*/ 246861 w 1521932"/>
              <a:gd name="connsiteY9" fmla="*/ 127476 h 1370507"/>
              <a:gd name="connsiteX10" fmla="*/ 473040 w 1521932"/>
              <a:gd name="connsiteY10" fmla="*/ 0 h 1370507"/>
              <a:gd name="connsiteX11" fmla="*/ 1043984 w 1521932"/>
              <a:gd name="connsiteY11" fmla="*/ 0 h 1370507"/>
              <a:gd name="connsiteX12" fmla="*/ 1107405 w 1521932"/>
              <a:gd name="connsiteY12" fmla="*/ 549235 h 1370507"/>
              <a:gd name="connsiteX13" fmla="*/ 1023228 w 1521932"/>
              <a:gd name="connsiteY13" fmla="*/ 549235 h 1370507"/>
              <a:gd name="connsiteX14" fmla="*/ 756607 w 1521932"/>
              <a:gd name="connsiteY14" fmla="*/ 815816 h 1370507"/>
              <a:gd name="connsiteX15" fmla="*/ 490026 w 1521932"/>
              <a:gd name="connsiteY15" fmla="*/ 549235 h 1370507"/>
              <a:gd name="connsiteX16" fmla="*/ 405849 w 1521932"/>
              <a:gd name="connsiteY16" fmla="*/ 547772 h 1370507"/>
              <a:gd name="connsiteX17" fmla="*/ 404386 w 1521932"/>
              <a:gd name="connsiteY17" fmla="*/ 631949 h 1370507"/>
              <a:gd name="connsiteX18" fmla="*/ 405849 w 1521932"/>
              <a:gd name="connsiteY18" fmla="*/ 633413 h 1370507"/>
              <a:gd name="connsiteX19" fmla="*/ 714538 w 1521932"/>
              <a:gd name="connsiteY19" fmla="*/ 942102 h 1370507"/>
              <a:gd name="connsiteX20" fmla="*/ 798715 w 1521932"/>
              <a:gd name="connsiteY20" fmla="*/ 942102 h 1370507"/>
              <a:gd name="connsiteX21" fmla="*/ 1107405 w 1521932"/>
              <a:gd name="connsiteY21" fmla="*/ 633413 h 1370507"/>
              <a:gd name="connsiteX22" fmla="*/ 1107405 w 1521932"/>
              <a:gd name="connsiteY22" fmla="*/ 549235 h 1370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521932" h="1370507">
                <a:moveTo>
                  <a:pt x="1043984" y="0"/>
                </a:moveTo>
                <a:cubicBezTo>
                  <a:pt x="1138743" y="-6"/>
                  <a:pt x="1226270" y="50660"/>
                  <a:pt x="1273457" y="132834"/>
                </a:cubicBezTo>
                <a:lnTo>
                  <a:pt x="1504359" y="534988"/>
                </a:lnTo>
                <a:cubicBezTo>
                  <a:pt x="1533926" y="586471"/>
                  <a:pt x="1525569" y="651348"/>
                  <a:pt x="1483920" y="693658"/>
                </a:cubicBezTo>
                <a:lnTo>
                  <a:pt x="856858" y="1330960"/>
                </a:lnTo>
                <a:cubicBezTo>
                  <a:pt x="805644" y="1383058"/>
                  <a:pt x="721893" y="1383775"/>
                  <a:pt x="669795" y="1332561"/>
                </a:cubicBezTo>
                <a:cubicBezTo>
                  <a:pt x="668627" y="1331414"/>
                  <a:pt x="667481" y="1330245"/>
                  <a:pt x="666358" y="1329055"/>
                </a:cubicBezTo>
                <a:lnTo>
                  <a:pt x="36160" y="662384"/>
                </a:lnTo>
                <a:cubicBezTo>
                  <a:pt x="-4751" y="619113"/>
                  <a:pt x="-11704" y="553839"/>
                  <a:pt x="19174" y="502920"/>
                </a:cubicBezTo>
                <a:lnTo>
                  <a:pt x="246861" y="127476"/>
                </a:lnTo>
                <a:cubicBezTo>
                  <a:pt x="294792" y="48374"/>
                  <a:pt x="380549" y="41"/>
                  <a:pt x="473040" y="0"/>
                </a:cubicBezTo>
                <a:lnTo>
                  <a:pt x="1043984" y="0"/>
                </a:lnTo>
                <a:close/>
                <a:moveTo>
                  <a:pt x="1107405" y="549235"/>
                </a:moveTo>
                <a:cubicBezTo>
                  <a:pt x="1084158" y="525995"/>
                  <a:pt x="1046475" y="525995"/>
                  <a:pt x="1023228" y="549235"/>
                </a:cubicBezTo>
                <a:lnTo>
                  <a:pt x="756607" y="815816"/>
                </a:lnTo>
                <a:lnTo>
                  <a:pt x="490026" y="549235"/>
                </a:lnTo>
                <a:cubicBezTo>
                  <a:pt x="467185" y="525586"/>
                  <a:pt x="429498" y="524931"/>
                  <a:pt x="405849" y="547772"/>
                </a:cubicBezTo>
                <a:cubicBezTo>
                  <a:pt x="382200" y="570613"/>
                  <a:pt x="381545" y="608301"/>
                  <a:pt x="404386" y="631949"/>
                </a:cubicBezTo>
                <a:cubicBezTo>
                  <a:pt x="404865" y="632446"/>
                  <a:pt x="405353" y="632933"/>
                  <a:pt x="405849" y="633413"/>
                </a:cubicBezTo>
                <a:lnTo>
                  <a:pt x="714538" y="942102"/>
                </a:lnTo>
                <a:cubicBezTo>
                  <a:pt x="737785" y="965342"/>
                  <a:pt x="775469" y="965342"/>
                  <a:pt x="798715" y="942102"/>
                </a:cubicBezTo>
                <a:lnTo>
                  <a:pt x="1107405" y="633413"/>
                </a:lnTo>
                <a:cubicBezTo>
                  <a:pt x="1130645" y="610166"/>
                  <a:pt x="1130645" y="572482"/>
                  <a:pt x="1107405" y="549235"/>
                </a:cubicBezTo>
                <a:close/>
              </a:path>
            </a:pathLst>
          </a:custGeom>
          <a:gradFill flip="none" rotWithShape="1">
            <a:gsLst>
              <a:gs pos="63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99999">
                <a:schemeClr val="accent1">
                  <a:lumMod val="75000"/>
                </a:schemeClr>
              </a:gs>
            </a:gsLst>
            <a:lin ang="2700000" scaled="1"/>
            <a:tileRect/>
          </a:gradFill>
          <a:ln w="819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08" name="任意多边形: 形状 107"/>
          <p:cNvSpPr/>
          <p:nvPr>
            <p:custDataLst>
              <p:tags r:id="rId29"/>
            </p:custDataLst>
          </p:nvPr>
        </p:nvSpPr>
        <p:spPr>
          <a:xfrm>
            <a:off x="10210359" y="1313849"/>
            <a:ext cx="322146" cy="321539"/>
          </a:xfrm>
          <a:custGeom>
            <a:avLst/>
            <a:gdLst>
              <a:gd name="connsiteX0" fmla="*/ 15071 w 203021"/>
              <a:gd name="connsiteY0" fmla="*/ 121 h 201489"/>
              <a:gd name="connsiteX1" fmla="*/ 78844 w 203021"/>
              <a:gd name="connsiteY1" fmla="*/ 121 h 201489"/>
              <a:gd name="connsiteX2" fmla="*/ 93807 w 203021"/>
              <a:gd name="connsiteY2" fmla="*/ 14972 h 201489"/>
              <a:gd name="connsiteX3" fmla="*/ 93807 w 203021"/>
              <a:gd name="connsiteY3" fmla="*/ 78264 h 201489"/>
              <a:gd name="connsiteX4" fmla="*/ 78844 w 203021"/>
              <a:gd name="connsiteY4" fmla="*/ 93114 h 201489"/>
              <a:gd name="connsiteX5" fmla="*/ 15071 w 203021"/>
              <a:gd name="connsiteY5" fmla="*/ 93114 h 201489"/>
              <a:gd name="connsiteX6" fmla="*/ 108 w 203021"/>
              <a:gd name="connsiteY6" fmla="*/ 78264 h 201489"/>
              <a:gd name="connsiteX7" fmla="*/ 108 w 203021"/>
              <a:gd name="connsiteY7" fmla="*/ 14972 h 201489"/>
              <a:gd name="connsiteX8" fmla="*/ 15071 w 203021"/>
              <a:gd name="connsiteY8" fmla="*/ 121 h 201489"/>
              <a:gd name="connsiteX9" fmla="*/ 15071 w 203021"/>
              <a:gd name="connsiteY9" fmla="*/ 108618 h 201489"/>
              <a:gd name="connsiteX10" fmla="*/ 78844 w 203021"/>
              <a:gd name="connsiteY10" fmla="*/ 108618 h 201489"/>
              <a:gd name="connsiteX11" fmla="*/ 93807 w 203021"/>
              <a:gd name="connsiteY11" fmla="*/ 123468 h 201489"/>
              <a:gd name="connsiteX12" fmla="*/ 93807 w 203021"/>
              <a:gd name="connsiteY12" fmla="*/ 186761 h 201489"/>
              <a:gd name="connsiteX13" fmla="*/ 78844 w 203021"/>
              <a:gd name="connsiteY13" fmla="*/ 201611 h 201489"/>
              <a:gd name="connsiteX14" fmla="*/ 15071 w 203021"/>
              <a:gd name="connsiteY14" fmla="*/ 201611 h 201489"/>
              <a:gd name="connsiteX15" fmla="*/ 108 w 203021"/>
              <a:gd name="connsiteY15" fmla="*/ 186761 h 201489"/>
              <a:gd name="connsiteX16" fmla="*/ 108 w 203021"/>
              <a:gd name="connsiteY16" fmla="*/ 123468 h 201489"/>
              <a:gd name="connsiteX17" fmla="*/ 15071 w 203021"/>
              <a:gd name="connsiteY17" fmla="*/ 108618 h 201489"/>
              <a:gd name="connsiteX18" fmla="*/ 124392 w 203021"/>
              <a:gd name="connsiteY18" fmla="*/ 108618 h 201489"/>
              <a:gd name="connsiteX19" fmla="*/ 188166 w 203021"/>
              <a:gd name="connsiteY19" fmla="*/ 108618 h 201489"/>
              <a:gd name="connsiteX20" fmla="*/ 203129 w 203021"/>
              <a:gd name="connsiteY20" fmla="*/ 123468 h 201489"/>
              <a:gd name="connsiteX21" fmla="*/ 203129 w 203021"/>
              <a:gd name="connsiteY21" fmla="*/ 186761 h 201489"/>
              <a:gd name="connsiteX22" fmla="*/ 188166 w 203021"/>
              <a:gd name="connsiteY22" fmla="*/ 201611 h 201489"/>
              <a:gd name="connsiteX23" fmla="*/ 124392 w 203021"/>
              <a:gd name="connsiteY23" fmla="*/ 201611 h 201489"/>
              <a:gd name="connsiteX24" fmla="*/ 109429 w 203021"/>
              <a:gd name="connsiteY24" fmla="*/ 186761 h 201489"/>
              <a:gd name="connsiteX25" fmla="*/ 109429 w 203021"/>
              <a:gd name="connsiteY25" fmla="*/ 123468 h 201489"/>
              <a:gd name="connsiteX26" fmla="*/ 124392 w 203021"/>
              <a:gd name="connsiteY26" fmla="*/ 108618 h 20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78" h="477">
                <a:moveTo>
                  <a:pt x="33" y="30"/>
                </a:moveTo>
                <a:lnTo>
                  <a:pt x="175" y="30"/>
                </a:lnTo>
                <a:cubicBezTo>
                  <a:pt x="193" y="30"/>
                  <a:pt x="208" y="45"/>
                  <a:pt x="208" y="63"/>
                </a:cubicBezTo>
                <a:lnTo>
                  <a:pt x="208" y="203"/>
                </a:lnTo>
                <a:cubicBezTo>
                  <a:pt x="208" y="222"/>
                  <a:pt x="193" y="236"/>
                  <a:pt x="175" y="236"/>
                </a:cubicBezTo>
                <a:lnTo>
                  <a:pt x="33" y="236"/>
                </a:lnTo>
                <a:cubicBezTo>
                  <a:pt x="15" y="236"/>
                  <a:pt x="0" y="222"/>
                  <a:pt x="0" y="203"/>
                </a:cubicBezTo>
                <a:lnTo>
                  <a:pt x="0" y="63"/>
                </a:lnTo>
                <a:cubicBezTo>
                  <a:pt x="0" y="45"/>
                  <a:pt x="15" y="30"/>
                  <a:pt x="33" y="30"/>
                </a:cubicBezTo>
                <a:close/>
                <a:moveTo>
                  <a:pt x="33" y="271"/>
                </a:moveTo>
                <a:lnTo>
                  <a:pt x="175" y="271"/>
                </a:lnTo>
                <a:cubicBezTo>
                  <a:pt x="193" y="271"/>
                  <a:pt x="208" y="286"/>
                  <a:pt x="208" y="304"/>
                </a:cubicBezTo>
                <a:lnTo>
                  <a:pt x="208" y="444"/>
                </a:lnTo>
                <a:cubicBezTo>
                  <a:pt x="208" y="463"/>
                  <a:pt x="193" y="477"/>
                  <a:pt x="175" y="477"/>
                </a:cubicBezTo>
                <a:lnTo>
                  <a:pt x="33" y="477"/>
                </a:lnTo>
                <a:cubicBezTo>
                  <a:pt x="15" y="477"/>
                  <a:pt x="0" y="463"/>
                  <a:pt x="0" y="444"/>
                </a:cubicBezTo>
                <a:lnTo>
                  <a:pt x="0" y="304"/>
                </a:lnTo>
                <a:cubicBezTo>
                  <a:pt x="0" y="286"/>
                  <a:pt x="15" y="271"/>
                  <a:pt x="33" y="271"/>
                </a:cubicBezTo>
                <a:close/>
                <a:moveTo>
                  <a:pt x="276" y="271"/>
                </a:moveTo>
                <a:lnTo>
                  <a:pt x="418" y="271"/>
                </a:lnTo>
                <a:cubicBezTo>
                  <a:pt x="436" y="271"/>
                  <a:pt x="451" y="286"/>
                  <a:pt x="451" y="304"/>
                </a:cubicBezTo>
                <a:lnTo>
                  <a:pt x="451" y="444"/>
                </a:lnTo>
                <a:cubicBezTo>
                  <a:pt x="451" y="463"/>
                  <a:pt x="436" y="477"/>
                  <a:pt x="418" y="477"/>
                </a:cubicBezTo>
                <a:lnTo>
                  <a:pt x="276" y="477"/>
                </a:lnTo>
                <a:cubicBezTo>
                  <a:pt x="258" y="477"/>
                  <a:pt x="243" y="463"/>
                  <a:pt x="243" y="444"/>
                </a:cubicBezTo>
                <a:lnTo>
                  <a:pt x="243" y="304"/>
                </a:lnTo>
                <a:cubicBezTo>
                  <a:pt x="243" y="286"/>
                  <a:pt x="258" y="271"/>
                  <a:pt x="276" y="271"/>
                </a:cubicBezTo>
                <a:close/>
                <a:moveTo>
                  <a:pt x="351" y="80"/>
                </a:moveTo>
                <a:lnTo>
                  <a:pt x="304" y="126"/>
                </a:lnTo>
                <a:lnTo>
                  <a:pt x="351" y="173"/>
                </a:lnTo>
                <a:lnTo>
                  <a:pt x="398" y="126"/>
                </a:lnTo>
                <a:lnTo>
                  <a:pt x="351" y="80"/>
                </a:lnTo>
                <a:close/>
                <a:moveTo>
                  <a:pt x="374" y="10"/>
                </a:moveTo>
                <a:lnTo>
                  <a:pt x="469" y="103"/>
                </a:lnTo>
                <a:cubicBezTo>
                  <a:pt x="481" y="116"/>
                  <a:pt x="481" y="137"/>
                  <a:pt x="469" y="150"/>
                </a:cubicBezTo>
                <a:lnTo>
                  <a:pt x="374" y="243"/>
                </a:lnTo>
                <a:cubicBezTo>
                  <a:pt x="362" y="256"/>
                  <a:pt x="340" y="256"/>
                  <a:pt x="328" y="243"/>
                </a:cubicBezTo>
                <a:lnTo>
                  <a:pt x="234" y="150"/>
                </a:lnTo>
                <a:cubicBezTo>
                  <a:pt x="221" y="137"/>
                  <a:pt x="221" y="116"/>
                  <a:pt x="234" y="103"/>
                </a:cubicBezTo>
                <a:lnTo>
                  <a:pt x="327" y="10"/>
                </a:lnTo>
                <a:cubicBezTo>
                  <a:pt x="340" y="-3"/>
                  <a:pt x="361" y="-3"/>
                  <a:pt x="374" y="10"/>
                </a:cubicBezTo>
                <a:lnTo>
                  <a:pt x="374" y="10"/>
                </a:lnTo>
                <a:close/>
              </a:path>
            </a:pathLst>
          </a:custGeom>
          <a:gradFill flip="none" rotWithShape="1">
            <a:gsLst>
              <a:gs pos="99301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110" name="图片 11"/>
          <p:cNvSpPr/>
          <p:nvPr>
            <p:custDataLst>
              <p:tags r:id="rId30"/>
            </p:custDataLst>
          </p:nvPr>
        </p:nvSpPr>
        <p:spPr>
          <a:xfrm>
            <a:off x="3469628" y="1313176"/>
            <a:ext cx="322056" cy="322056"/>
          </a:xfrm>
          <a:custGeom>
            <a:avLst/>
            <a:gdLst>
              <a:gd name="connsiteX0" fmla="*/ 207991 w 215273"/>
              <a:gd name="connsiteY0" fmla="*/ 199918 h 215273"/>
              <a:gd name="connsiteX1" fmla="*/ 215387 w 215273"/>
              <a:gd name="connsiteY1" fmla="*/ 207991 h 215273"/>
              <a:gd name="connsiteX2" fmla="*/ 207991 w 215273"/>
              <a:gd name="connsiteY2" fmla="*/ 215387 h 215273"/>
              <a:gd name="connsiteX3" fmla="*/ 7495 w 215273"/>
              <a:gd name="connsiteY3" fmla="*/ 215387 h 215273"/>
              <a:gd name="connsiteX4" fmla="*/ 114 w 215273"/>
              <a:gd name="connsiteY4" fmla="*/ 207314 h 215273"/>
              <a:gd name="connsiteX5" fmla="*/ 7510 w 215273"/>
              <a:gd name="connsiteY5" fmla="*/ 199918 h 215273"/>
              <a:gd name="connsiteX6" fmla="*/ 18950 w 215273"/>
              <a:gd name="connsiteY6" fmla="*/ 199918 h 215273"/>
              <a:gd name="connsiteX7" fmla="*/ 18950 w 215273"/>
              <a:gd name="connsiteY7" fmla="*/ 10878 h 215273"/>
              <a:gd name="connsiteX8" fmla="*/ 29714 w 215273"/>
              <a:gd name="connsiteY8" fmla="*/ 114 h 215273"/>
              <a:gd name="connsiteX9" fmla="*/ 128601 w 215273"/>
              <a:gd name="connsiteY9" fmla="*/ 114 h 215273"/>
              <a:gd name="connsiteX10" fmla="*/ 139365 w 215273"/>
              <a:gd name="connsiteY10" fmla="*/ 10878 h 215273"/>
              <a:gd name="connsiteX11" fmla="*/ 139365 w 215273"/>
              <a:gd name="connsiteY11" fmla="*/ 70754 h 215273"/>
              <a:gd name="connsiteX12" fmla="*/ 181758 w 215273"/>
              <a:gd name="connsiteY12" fmla="*/ 84209 h 215273"/>
              <a:gd name="connsiteX13" fmla="*/ 196551 w 215273"/>
              <a:gd name="connsiteY13" fmla="*/ 104383 h 215273"/>
              <a:gd name="connsiteX14" fmla="*/ 196551 w 215273"/>
              <a:gd name="connsiteY14" fmla="*/ 199918 h 215273"/>
              <a:gd name="connsiteX15" fmla="*/ 207991 w 215273"/>
              <a:gd name="connsiteY15" fmla="*/ 199918 h 215273"/>
              <a:gd name="connsiteX16" fmla="*/ 88914 w 215273"/>
              <a:gd name="connsiteY16" fmla="*/ 45168 h 215273"/>
              <a:gd name="connsiteX17" fmla="*/ 88914 w 215273"/>
              <a:gd name="connsiteY17" fmla="*/ 64004 h 215273"/>
              <a:gd name="connsiteX18" fmla="*/ 119191 w 215273"/>
              <a:gd name="connsiteY18" fmla="*/ 64004 h 215273"/>
              <a:gd name="connsiteX19" fmla="*/ 119191 w 215273"/>
              <a:gd name="connsiteY19" fmla="*/ 45183 h 215273"/>
              <a:gd name="connsiteX20" fmla="*/ 88914 w 215273"/>
              <a:gd name="connsiteY20" fmla="*/ 45183 h 215273"/>
              <a:gd name="connsiteX21" fmla="*/ 88914 w 215273"/>
              <a:gd name="connsiteY21" fmla="*/ 45183 h 215273"/>
              <a:gd name="connsiteX22" fmla="*/ 88914 w 215273"/>
              <a:gd name="connsiteY22" fmla="*/ 45168 h 215273"/>
              <a:gd name="connsiteX23" fmla="*/ 69401 w 215273"/>
              <a:gd name="connsiteY23" fmla="*/ 164244 h 215273"/>
              <a:gd name="connsiteX24" fmla="*/ 69401 w 215273"/>
              <a:gd name="connsiteY24" fmla="*/ 145423 h 215273"/>
              <a:gd name="connsiteX25" fmla="*/ 39140 w 215273"/>
              <a:gd name="connsiteY25" fmla="*/ 145423 h 215273"/>
              <a:gd name="connsiteX26" fmla="*/ 39140 w 215273"/>
              <a:gd name="connsiteY26" fmla="*/ 164260 h 215273"/>
              <a:gd name="connsiteX27" fmla="*/ 69401 w 215273"/>
              <a:gd name="connsiteY27" fmla="*/ 164260 h 215273"/>
              <a:gd name="connsiteX28" fmla="*/ 69401 w 215273"/>
              <a:gd name="connsiteY28" fmla="*/ 164260 h 215273"/>
              <a:gd name="connsiteX29" fmla="*/ 69401 w 215273"/>
              <a:gd name="connsiteY29" fmla="*/ 164244 h 215273"/>
              <a:gd name="connsiteX30" fmla="*/ 39140 w 215273"/>
              <a:gd name="connsiteY30" fmla="*/ 114470 h 215273"/>
              <a:gd name="connsiteX31" fmla="*/ 69401 w 215273"/>
              <a:gd name="connsiteY31" fmla="*/ 114470 h 215273"/>
              <a:gd name="connsiteX32" fmla="*/ 69401 w 215273"/>
              <a:gd name="connsiteY32" fmla="*/ 95649 h 215273"/>
              <a:gd name="connsiteX33" fmla="*/ 39140 w 215273"/>
              <a:gd name="connsiteY33" fmla="*/ 95649 h 215273"/>
              <a:gd name="connsiteX34" fmla="*/ 39140 w 215273"/>
              <a:gd name="connsiteY34" fmla="*/ 114501 h 215273"/>
              <a:gd name="connsiteX35" fmla="*/ 39140 w 215273"/>
              <a:gd name="connsiteY35" fmla="*/ 114470 h 215273"/>
              <a:gd name="connsiteX36" fmla="*/ 39140 w 215273"/>
              <a:gd name="connsiteY36" fmla="*/ 64035 h 215273"/>
              <a:gd name="connsiteX37" fmla="*/ 69401 w 215273"/>
              <a:gd name="connsiteY37" fmla="*/ 64035 h 215273"/>
              <a:gd name="connsiteX38" fmla="*/ 69401 w 215273"/>
              <a:gd name="connsiteY38" fmla="*/ 45168 h 215273"/>
              <a:gd name="connsiteX39" fmla="*/ 39140 w 215273"/>
              <a:gd name="connsiteY39" fmla="*/ 45168 h 215273"/>
              <a:gd name="connsiteX40" fmla="*/ 39140 w 215273"/>
              <a:gd name="connsiteY40" fmla="*/ 64004 h 215273"/>
              <a:gd name="connsiteX41" fmla="*/ 39140 w 215273"/>
              <a:gd name="connsiteY41" fmla="*/ 64035 h 215273"/>
              <a:gd name="connsiteX42" fmla="*/ 88914 w 215273"/>
              <a:gd name="connsiteY42" fmla="*/ 94973 h 215273"/>
              <a:gd name="connsiteX43" fmla="*/ 88914 w 215273"/>
              <a:gd name="connsiteY43" fmla="*/ 114486 h 215273"/>
              <a:gd name="connsiteX44" fmla="*/ 119191 w 215273"/>
              <a:gd name="connsiteY44" fmla="*/ 114486 h 215273"/>
              <a:gd name="connsiteX45" fmla="*/ 119191 w 215273"/>
              <a:gd name="connsiteY45" fmla="*/ 94957 h 215273"/>
              <a:gd name="connsiteX46" fmla="*/ 88914 w 215273"/>
              <a:gd name="connsiteY46" fmla="*/ 94957 h 215273"/>
              <a:gd name="connsiteX47" fmla="*/ 88914 w 215273"/>
              <a:gd name="connsiteY47" fmla="*/ 94957 h 215273"/>
              <a:gd name="connsiteX48" fmla="*/ 88914 w 215273"/>
              <a:gd name="connsiteY48" fmla="*/ 94973 h 215273"/>
              <a:gd name="connsiteX49" fmla="*/ 119867 w 215273"/>
              <a:gd name="connsiteY49" fmla="*/ 164260 h 215273"/>
              <a:gd name="connsiteX50" fmla="*/ 119867 w 215273"/>
              <a:gd name="connsiteY50" fmla="*/ 145423 h 215273"/>
              <a:gd name="connsiteX51" fmla="*/ 89575 w 215273"/>
              <a:gd name="connsiteY51" fmla="*/ 145423 h 215273"/>
              <a:gd name="connsiteX52" fmla="*/ 89575 w 215273"/>
              <a:gd name="connsiteY52" fmla="*/ 164260 h 215273"/>
              <a:gd name="connsiteX53" fmla="*/ 119867 w 215273"/>
              <a:gd name="connsiteY53" fmla="*/ 164260 h 215273"/>
              <a:gd name="connsiteX54" fmla="*/ 119867 w 215273"/>
              <a:gd name="connsiteY54" fmla="*/ 164260 h 215273"/>
              <a:gd name="connsiteX55" fmla="*/ 152158 w 215273"/>
              <a:gd name="connsiteY55" fmla="*/ 186464 h 215273"/>
              <a:gd name="connsiteX56" fmla="*/ 167627 w 215273"/>
              <a:gd name="connsiteY56" fmla="*/ 186464 h 215273"/>
              <a:gd name="connsiteX57" fmla="*/ 167627 w 215273"/>
              <a:gd name="connsiteY57" fmla="*/ 155510 h 215273"/>
              <a:gd name="connsiteX58" fmla="*/ 152158 w 215273"/>
              <a:gd name="connsiteY58" fmla="*/ 155510 h 215273"/>
              <a:gd name="connsiteX59" fmla="*/ 152158 w 215273"/>
              <a:gd name="connsiteY59" fmla="*/ 186464 h 215273"/>
              <a:gd name="connsiteX60" fmla="*/ 152158 w 215273"/>
              <a:gd name="connsiteY60" fmla="*/ 141395 h 215273"/>
              <a:gd name="connsiteX61" fmla="*/ 167627 w 215273"/>
              <a:gd name="connsiteY61" fmla="*/ 141395 h 215273"/>
              <a:gd name="connsiteX62" fmla="*/ 167627 w 215273"/>
              <a:gd name="connsiteY62" fmla="*/ 110441 h 215273"/>
              <a:gd name="connsiteX63" fmla="*/ 152158 w 215273"/>
              <a:gd name="connsiteY63" fmla="*/ 110441 h 215273"/>
              <a:gd name="connsiteX64" fmla="*/ 152158 w 215273"/>
              <a:gd name="connsiteY64" fmla="*/ 141395 h 21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15273" h="215273">
                <a:moveTo>
                  <a:pt x="207991" y="199918"/>
                </a:moveTo>
                <a:cubicBezTo>
                  <a:pt x="212020" y="199918"/>
                  <a:pt x="215387" y="203270"/>
                  <a:pt x="215387" y="207991"/>
                </a:cubicBezTo>
                <a:cubicBezTo>
                  <a:pt x="215346" y="212058"/>
                  <a:pt x="212058" y="215346"/>
                  <a:pt x="207991" y="215387"/>
                </a:cubicBezTo>
                <a:lnTo>
                  <a:pt x="7495" y="215387"/>
                </a:lnTo>
                <a:cubicBezTo>
                  <a:pt x="3497" y="215387"/>
                  <a:pt x="114" y="212020"/>
                  <a:pt x="114" y="207314"/>
                </a:cubicBezTo>
                <a:cubicBezTo>
                  <a:pt x="114" y="203270"/>
                  <a:pt x="3481" y="199918"/>
                  <a:pt x="7510" y="199918"/>
                </a:cubicBezTo>
                <a:lnTo>
                  <a:pt x="18950" y="199918"/>
                </a:lnTo>
                <a:lnTo>
                  <a:pt x="18950" y="10878"/>
                </a:lnTo>
                <a:cubicBezTo>
                  <a:pt x="18950" y="4819"/>
                  <a:pt x="23656" y="114"/>
                  <a:pt x="29714" y="114"/>
                </a:cubicBezTo>
                <a:lnTo>
                  <a:pt x="128601" y="114"/>
                </a:lnTo>
                <a:cubicBezTo>
                  <a:pt x="134660" y="114"/>
                  <a:pt x="139365" y="4819"/>
                  <a:pt x="139365" y="10878"/>
                </a:cubicBezTo>
                <a:lnTo>
                  <a:pt x="139365" y="70754"/>
                </a:lnTo>
                <a:lnTo>
                  <a:pt x="181758" y="84209"/>
                </a:lnTo>
                <a:cubicBezTo>
                  <a:pt x="190492" y="86900"/>
                  <a:pt x="196551" y="94973"/>
                  <a:pt x="196551" y="104383"/>
                </a:cubicBezTo>
                <a:lnTo>
                  <a:pt x="196551" y="199918"/>
                </a:lnTo>
                <a:lnTo>
                  <a:pt x="207991" y="199918"/>
                </a:lnTo>
                <a:moveTo>
                  <a:pt x="88914" y="45168"/>
                </a:moveTo>
                <a:lnTo>
                  <a:pt x="88914" y="64004"/>
                </a:lnTo>
                <a:lnTo>
                  <a:pt x="119191" y="64004"/>
                </a:lnTo>
                <a:lnTo>
                  <a:pt x="119191" y="45183"/>
                </a:lnTo>
                <a:lnTo>
                  <a:pt x="88914" y="45183"/>
                </a:lnTo>
                <a:cubicBezTo>
                  <a:pt x="89591" y="44506"/>
                  <a:pt x="88914" y="44506"/>
                  <a:pt x="88914" y="45183"/>
                </a:cubicBezTo>
                <a:lnTo>
                  <a:pt x="88914" y="45168"/>
                </a:lnTo>
                <a:moveTo>
                  <a:pt x="69401" y="164244"/>
                </a:moveTo>
                <a:lnTo>
                  <a:pt x="69401" y="145423"/>
                </a:lnTo>
                <a:lnTo>
                  <a:pt x="39140" y="145423"/>
                </a:lnTo>
                <a:lnTo>
                  <a:pt x="39140" y="164260"/>
                </a:lnTo>
                <a:lnTo>
                  <a:pt x="69401" y="164260"/>
                </a:lnTo>
                <a:cubicBezTo>
                  <a:pt x="69401" y="164936"/>
                  <a:pt x="69401" y="164260"/>
                  <a:pt x="69401" y="164260"/>
                </a:cubicBezTo>
                <a:lnTo>
                  <a:pt x="69401" y="164244"/>
                </a:lnTo>
                <a:moveTo>
                  <a:pt x="39140" y="114470"/>
                </a:moveTo>
                <a:lnTo>
                  <a:pt x="69401" y="114470"/>
                </a:lnTo>
                <a:lnTo>
                  <a:pt x="69401" y="95649"/>
                </a:lnTo>
                <a:lnTo>
                  <a:pt x="39140" y="95649"/>
                </a:lnTo>
                <a:lnTo>
                  <a:pt x="39140" y="114501"/>
                </a:lnTo>
                <a:lnTo>
                  <a:pt x="39140" y="114470"/>
                </a:lnTo>
                <a:moveTo>
                  <a:pt x="39140" y="64035"/>
                </a:moveTo>
                <a:lnTo>
                  <a:pt x="69401" y="64035"/>
                </a:lnTo>
                <a:lnTo>
                  <a:pt x="69401" y="45168"/>
                </a:lnTo>
                <a:lnTo>
                  <a:pt x="39140" y="45168"/>
                </a:lnTo>
                <a:lnTo>
                  <a:pt x="39140" y="64004"/>
                </a:lnTo>
                <a:lnTo>
                  <a:pt x="39140" y="64035"/>
                </a:lnTo>
                <a:moveTo>
                  <a:pt x="88914" y="94973"/>
                </a:moveTo>
                <a:lnTo>
                  <a:pt x="88914" y="114486"/>
                </a:lnTo>
                <a:lnTo>
                  <a:pt x="119191" y="114486"/>
                </a:lnTo>
                <a:lnTo>
                  <a:pt x="119191" y="94957"/>
                </a:lnTo>
                <a:lnTo>
                  <a:pt x="88914" y="94957"/>
                </a:lnTo>
                <a:cubicBezTo>
                  <a:pt x="89591" y="94957"/>
                  <a:pt x="88914" y="94957"/>
                  <a:pt x="88914" y="94957"/>
                </a:cubicBezTo>
                <a:lnTo>
                  <a:pt x="88914" y="94973"/>
                </a:lnTo>
                <a:moveTo>
                  <a:pt x="119867" y="164260"/>
                </a:moveTo>
                <a:lnTo>
                  <a:pt x="119867" y="145423"/>
                </a:lnTo>
                <a:lnTo>
                  <a:pt x="89575" y="145423"/>
                </a:lnTo>
                <a:lnTo>
                  <a:pt x="89575" y="164260"/>
                </a:lnTo>
                <a:lnTo>
                  <a:pt x="119867" y="164260"/>
                </a:lnTo>
                <a:cubicBezTo>
                  <a:pt x="119867" y="164936"/>
                  <a:pt x="119867" y="164260"/>
                  <a:pt x="119867" y="164260"/>
                </a:cubicBezTo>
                <a:moveTo>
                  <a:pt x="152158" y="186464"/>
                </a:moveTo>
                <a:lnTo>
                  <a:pt x="167627" y="186464"/>
                </a:lnTo>
                <a:lnTo>
                  <a:pt x="167627" y="155510"/>
                </a:lnTo>
                <a:lnTo>
                  <a:pt x="152158" y="155510"/>
                </a:lnTo>
                <a:lnTo>
                  <a:pt x="152158" y="186464"/>
                </a:lnTo>
                <a:moveTo>
                  <a:pt x="152158" y="141395"/>
                </a:moveTo>
                <a:lnTo>
                  <a:pt x="167627" y="141395"/>
                </a:lnTo>
                <a:lnTo>
                  <a:pt x="167627" y="110441"/>
                </a:lnTo>
                <a:lnTo>
                  <a:pt x="152158" y="110441"/>
                </a:lnTo>
                <a:lnTo>
                  <a:pt x="152158" y="141395"/>
                </a:lnTo>
              </a:path>
            </a:pathLst>
          </a:custGeom>
          <a:gradFill flip="none" rotWithShape="1">
            <a:gsLst>
              <a:gs pos="99301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 dirty="0"/>
          </a:p>
        </p:txBody>
      </p:sp>
      <p:sp>
        <p:nvSpPr>
          <p:cNvPr id="112" name="图片 11" descr="343439383331313b343532303031393bd2b5bca8b9dcc0ed"/>
          <p:cNvSpPr/>
          <p:nvPr>
            <p:custDataLst>
              <p:tags r:id="rId31"/>
            </p:custDataLst>
          </p:nvPr>
        </p:nvSpPr>
        <p:spPr>
          <a:xfrm>
            <a:off x="1218451" y="1321932"/>
            <a:ext cx="322055" cy="298977"/>
          </a:xfrm>
          <a:custGeom>
            <a:avLst/>
            <a:gdLst>
              <a:gd name="connsiteX0" fmla="*/ 190126 w 215272"/>
              <a:gd name="connsiteY0" fmla="*/ 115 h 199846"/>
              <a:gd name="connsiteX1" fmla="*/ 24826 w 215272"/>
              <a:gd name="connsiteY1" fmla="*/ 115 h 199846"/>
              <a:gd name="connsiteX2" fmla="*/ 114 w 215272"/>
              <a:gd name="connsiteY2" fmla="*/ 25027 h 199846"/>
              <a:gd name="connsiteX3" fmla="*/ 114 w 215272"/>
              <a:gd name="connsiteY3" fmla="*/ 132423 h 199846"/>
              <a:gd name="connsiteX4" fmla="*/ 24826 w 215272"/>
              <a:gd name="connsiteY4" fmla="*/ 157335 h 199846"/>
              <a:gd name="connsiteX5" fmla="*/ 86883 w 215272"/>
              <a:gd name="connsiteY5" fmla="*/ 157335 h 199846"/>
              <a:gd name="connsiteX6" fmla="*/ 86883 w 215272"/>
              <a:gd name="connsiteY6" fmla="*/ 187783 h 199846"/>
              <a:gd name="connsiteX7" fmla="*/ 52834 w 215272"/>
              <a:gd name="connsiteY7" fmla="*/ 187783 h 199846"/>
              <a:gd name="connsiteX8" fmla="*/ 46793 w 215272"/>
              <a:gd name="connsiteY8" fmla="*/ 193872 h 199846"/>
              <a:gd name="connsiteX9" fmla="*/ 52834 w 215272"/>
              <a:gd name="connsiteY9" fmla="*/ 199961 h 199846"/>
              <a:gd name="connsiteX10" fmla="*/ 157725 w 215272"/>
              <a:gd name="connsiteY10" fmla="*/ 199961 h 199846"/>
              <a:gd name="connsiteX11" fmla="*/ 163765 w 215272"/>
              <a:gd name="connsiteY11" fmla="*/ 193872 h 199846"/>
              <a:gd name="connsiteX12" fmla="*/ 157725 w 215272"/>
              <a:gd name="connsiteY12" fmla="*/ 187783 h 199846"/>
              <a:gd name="connsiteX13" fmla="*/ 124226 w 215272"/>
              <a:gd name="connsiteY13" fmla="*/ 187783 h 199846"/>
              <a:gd name="connsiteX14" fmla="*/ 124226 w 215272"/>
              <a:gd name="connsiteY14" fmla="*/ 157335 h 199846"/>
              <a:gd name="connsiteX15" fmla="*/ 190674 w 215272"/>
              <a:gd name="connsiteY15" fmla="*/ 157335 h 199846"/>
              <a:gd name="connsiteX16" fmla="*/ 215387 w 215272"/>
              <a:gd name="connsiteY16" fmla="*/ 132423 h 199846"/>
              <a:gd name="connsiteX17" fmla="*/ 215387 w 215272"/>
              <a:gd name="connsiteY17" fmla="*/ 25027 h 199846"/>
              <a:gd name="connsiteX18" fmla="*/ 190126 w 215272"/>
              <a:gd name="connsiteY18" fmla="*/ 115 h 199846"/>
              <a:gd name="connsiteX19" fmla="*/ 179142 w 215272"/>
              <a:gd name="connsiteY19" fmla="*/ 37206 h 199846"/>
              <a:gd name="connsiteX20" fmla="*/ 179142 w 215272"/>
              <a:gd name="connsiteY20" fmla="*/ 37206 h 199846"/>
              <a:gd name="connsiteX21" fmla="*/ 179142 w 215272"/>
              <a:gd name="connsiteY21" fmla="*/ 37759 h 199846"/>
              <a:gd name="connsiteX22" fmla="*/ 117636 w 215272"/>
              <a:gd name="connsiteY22" fmla="*/ 120245 h 199846"/>
              <a:gd name="connsiteX23" fmla="*/ 115988 w 215272"/>
              <a:gd name="connsiteY23" fmla="*/ 119137 h 199846"/>
              <a:gd name="connsiteX24" fmla="*/ 67661 w 215272"/>
              <a:gd name="connsiteY24" fmla="*/ 83708 h 199846"/>
              <a:gd name="connsiteX25" fmla="*/ 50637 w 215272"/>
              <a:gd name="connsiteY25" fmla="*/ 105851 h 199846"/>
              <a:gd name="connsiteX26" fmla="*/ 42949 w 215272"/>
              <a:gd name="connsiteY26" fmla="*/ 108619 h 199846"/>
              <a:gd name="connsiteX27" fmla="*/ 39105 w 215272"/>
              <a:gd name="connsiteY27" fmla="*/ 100315 h 199846"/>
              <a:gd name="connsiteX28" fmla="*/ 39654 w 215272"/>
              <a:gd name="connsiteY28" fmla="*/ 99208 h 199846"/>
              <a:gd name="connsiteX29" fmla="*/ 62719 w 215272"/>
              <a:gd name="connsiteY29" fmla="*/ 68760 h 199846"/>
              <a:gd name="connsiteX30" fmla="*/ 64916 w 215272"/>
              <a:gd name="connsiteY30" fmla="*/ 65992 h 199846"/>
              <a:gd name="connsiteX31" fmla="*/ 114889 w 215272"/>
              <a:gd name="connsiteY31" fmla="*/ 103083 h 199846"/>
              <a:gd name="connsiteX32" fmla="*/ 169257 w 215272"/>
              <a:gd name="connsiteY32" fmla="*/ 30562 h 199846"/>
              <a:gd name="connsiteX33" fmla="*/ 175847 w 215272"/>
              <a:gd name="connsiteY33" fmla="*/ 29455 h 199846"/>
              <a:gd name="connsiteX34" fmla="*/ 179142 w 215272"/>
              <a:gd name="connsiteY34" fmla="*/ 37206 h 19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15272" h="199846">
                <a:moveTo>
                  <a:pt x="190126" y="115"/>
                </a:moveTo>
                <a:lnTo>
                  <a:pt x="24826" y="115"/>
                </a:lnTo>
                <a:cubicBezTo>
                  <a:pt x="11097" y="115"/>
                  <a:pt x="114" y="11187"/>
                  <a:pt x="114" y="25027"/>
                </a:cubicBezTo>
                <a:lnTo>
                  <a:pt x="114" y="132423"/>
                </a:lnTo>
                <a:cubicBezTo>
                  <a:pt x="114" y="146263"/>
                  <a:pt x="11097" y="157335"/>
                  <a:pt x="24826" y="157335"/>
                </a:cubicBezTo>
                <a:lnTo>
                  <a:pt x="86883" y="157335"/>
                </a:lnTo>
                <a:lnTo>
                  <a:pt x="86883" y="187783"/>
                </a:lnTo>
                <a:lnTo>
                  <a:pt x="52834" y="187783"/>
                </a:lnTo>
                <a:cubicBezTo>
                  <a:pt x="49539" y="187783"/>
                  <a:pt x="46793" y="190550"/>
                  <a:pt x="46793" y="193872"/>
                </a:cubicBezTo>
                <a:cubicBezTo>
                  <a:pt x="46793" y="197194"/>
                  <a:pt x="49539" y="199961"/>
                  <a:pt x="52834" y="199961"/>
                </a:cubicBezTo>
                <a:lnTo>
                  <a:pt x="157725" y="199961"/>
                </a:lnTo>
                <a:cubicBezTo>
                  <a:pt x="161020" y="199961"/>
                  <a:pt x="163765" y="197194"/>
                  <a:pt x="163765" y="193872"/>
                </a:cubicBezTo>
                <a:cubicBezTo>
                  <a:pt x="163765" y="190550"/>
                  <a:pt x="161020" y="187783"/>
                  <a:pt x="157725" y="187783"/>
                </a:cubicBezTo>
                <a:lnTo>
                  <a:pt x="124226" y="187783"/>
                </a:lnTo>
                <a:lnTo>
                  <a:pt x="124226" y="157335"/>
                </a:lnTo>
                <a:lnTo>
                  <a:pt x="190674" y="157335"/>
                </a:lnTo>
                <a:cubicBezTo>
                  <a:pt x="204404" y="157335"/>
                  <a:pt x="215387" y="146263"/>
                  <a:pt x="215387" y="132423"/>
                </a:cubicBezTo>
                <a:lnTo>
                  <a:pt x="215387" y="25027"/>
                </a:lnTo>
                <a:cubicBezTo>
                  <a:pt x="214838" y="11740"/>
                  <a:pt x="203854" y="115"/>
                  <a:pt x="190126" y="115"/>
                </a:cubicBezTo>
                <a:moveTo>
                  <a:pt x="179142" y="37206"/>
                </a:moveTo>
                <a:cubicBezTo>
                  <a:pt x="179142" y="37206"/>
                  <a:pt x="179142" y="37759"/>
                  <a:pt x="179142" y="37206"/>
                </a:cubicBezTo>
                <a:lnTo>
                  <a:pt x="179142" y="37759"/>
                </a:lnTo>
                <a:lnTo>
                  <a:pt x="117636" y="120245"/>
                </a:lnTo>
                <a:lnTo>
                  <a:pt x="115988" y="119137"/>
                </a:lnTo>
                <a:lnTo>
                  <a:pt x="67661" y="83708"/>
                </a:lnTo>
                <a:lnTo>
                  <a:pt x="50637" y="105851"/>
                </a:lnTo>
                <a:cubicBezTo>
                  <a:pt x="48990" y="108619"/>
                  <a:pt x="45695" y="109726"/>
                  <a:pt x="42949" y="108619"/>
                </a:cubicBezTo>
                <a:cubicBezTo>
                  <a:pt x="39654" y="107511"/>
                  <a:pt x="38006" y="103636"/>
                  <a:pt x="39105" y="100315"/>
                </a:cubicBezTo>
                <a:cubicBezTo>
                  <a:pt x="39105" y="99762"/>
                  <a:pt x="39105" y="99762"/>
                  <a:pt x="39654" y="99208"/>
                </a:cubicBezTo>
                <a:lnTo>
                  <a:pt x="62719" y="68760"/>
                </a:lnTo>
                <a:lnTo>
                  <a:pt x="64916" y="65992"/>
                </a:lnTo>
                <a:lnTo>
                  <a:pt x="114889" y="103083"/>
                </a:lnTo>
                <a:lnTo>
                  <a:pt x="169257" y="30562"/>
                </a:lnTo>
                <a:cubicBezTo>
                  <a:pt x="170905" y="28902"/>
                  <a:pt x="173651" y="28348"/>
                  <a:pt x="175847" y="29455"/>
                </a:cubicBezTo>
                <a:cubicBezTo>
                  <a:pt x="179142" y="30562"/>
                  <a:pt x="180789" y="33884"/>
                  <a:pt x="179142" y="37206"/>
                </a:cubicBezTo>
              </a:path>
            </a:pathLst>
          </a:custGeom>
          <a:gradFill flip="none" rotWithShape="1">
            <a:gsLst>
              <a:gs pos="99301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190500" sx="102000" sy="102000" algn="ctr" rotWithShape="0">
              <a:schemeClr val="accent1">
                <a:alpha val="12000"/>
              </a:schemeClr>
            </a:outerShdw>
          </a:effectLst>
        </p:spPr>
        <p:txBody>
          <a:bodyPr rtlCol="0" anchor="ctr"/>
          <a:p>
            <a:endParaRPr lang="zh-CN" altLang="en-US"/>
          </a:p>
        </p:txBody>
      </p:sp>
      <p:sp>
        <p:nvSpPr>
          <p:cNvPr id="115" name="等腰三角形 112"/>
          <p:cNvSpPr/>
          <p:nvPr>
            <p:custDataLst>
              <p:tags r:id="rId32"/>
            </p:custDataLst>
          </p:nvPr>
        </p:nvSpPr>
        <p:spPr>
          <a:xfrm>
            <a:off x="1334311" y="1788065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6" name="等腰三角形 112"/>
          <p:cNvSpPr/>
          <p:nvPr>
            <p:custDataLst>
              <p:tags r:id="rId33"/>
            </p:custDataLst>
          </p:nvPr>
        </p:nvSpPr>
        <p:spPr>
          <a:xfrm>
            <a:off x="3539682" y="1788065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8" name="等腰三角形 112"/>
          <p:cNvSpPr/>
          <p:nvPr>
            <p:custDataLst>
              <p:tags r:id="rId34"/>
            </p:custDataLst>
          </p:nvPr>
        </p:nvSpPr>
        <p:spPr>
          <a:xfrm>
            <a:off x="5784797" y="1788065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  <a:tileRect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lumMod val="10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19" name="等腰三角形 112"/>
          <p:cNvSpPr/>
          <p:nvPr>
            <p:custDataLst>
              <p:tags r:id="rId35"/>
            </p:custDataLst>
          </p:nvPr>
        </p:nvSpPr>
        <p:spPr>
          <a:xfrm>
            <a:off x="8029911" y="1788065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  <a:tileRect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lumMod val="10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17" name="等腰三角形 112"/>
          <p:cNvSpPr/>
          <p:nvPr>
            <p:custDataLst>
              <p:tags r:id="rId36"/>
            </p:custDataLst>
          </p:nvPr>
        </p:nvSpPr>
        <p:spPr>
          <a:xfrm>
            <a:off x="10275025" y="1788065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1" name="等腰三角形 112"/>
          <p:cNvSpPr/>
          <p:nvPr>
            <p:custDataLst>
              <p:tags r:id="rId37"/>
            </p:custDataLst>
          </p:nvPr>
        </p:nvSpPr>
        <p:spPr>
          <a:xfrm flipH="1">
            <a:off x="3219642" y="4181371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等腰三角形 112"/>
          <p:cNvSpPr/>
          <p:nvPr>
            <p:custDataLst>
              <p:tags r:id="rId38"/>
            </p:custDataLst>
          </p:nvPr>
        </p:nvSpPr>
        <p:spPr>
          <a:xfrm flipH="1">
            <a:off x="5784797" y="4181371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  <a:tileRect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lumMod val="10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23" name="等腰三角形 112"/>
          <p:cNvSpPr/>
          <p:nvPr>
            <p:custDataLst>
              <p:tags r:id="rId39"/>
            </p:custDataLst>
          </p:nvPr>
        </p:nvSpPr>
        <p:spPr>
          <a:xfrm flipH="1">
            <a:off x="8029911" y="4181371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  <a:tileRect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lumMod val="10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24" name="等腰三角形 112"/>
          <p:cNvSpPr/>
          <p:nvPr>
            <p:custDataLst>
              <p:tags r:id="rId40"/>
            </p:custDataLst>
          </p:nvPr>
        </p:nvSpPr>
        <p:spPr>
          <a:xfrm flipH="1">
            <a:off x="10275025" y="4181371"/>
            <a:ext cx="143426" cy="170071"/>
          </a:xfrm>
          <a:custGeom>
            <a:avLst/>
            <a:gdLst>
              <a:gd name="connsiteX0" fmla="*/ 111367 w 364207"/>
              <a:gd name="connsiteY0" fmla="*/ 11834 h 431867"/>
              <a:gd name="connsiteX1" fmla="*/ 331597 w 364207"/>
              <a:gd name="connsiteY1" fmla="*/ 155650 h 431867"/>
              <a:gd name="connsiteX2" fmla="*/ 331597 w 364207"/>
              <a:gd name="connsiteY2" fmla="*/ 276219 h 431867"/>
              <a:gd name="connsiteX3" fmla="*/ 111367 w 364207"/>
              <a:gd name="connsiteY3" fmla="*/ 420034 h 431867"/>
              <a:gd name="connsiteX4" fmla="*/ 0 w 364207"/>
              <a:gd name="connsiteY4" fmla="*/ 359750 h 431867"/>
              <a:gd name="connsiteX5" fmla="*/ 0 w 364207"/>
              <a:gd name="connsiteY5" fmla="*/ 72118 h 431867"/>
              <a:gd name="connsiteX6" fmla="*/ 111367 w 364207"/>
              <a:gd name="connsiteY6" fmla="*/ 11834 h 43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207" h="431867">
                <a:moveTo>
                  <a:pt x="111367" y="11834"/>
                </a:moveTo>
                <a:lnTo>
                  <a:pt x="331597" y="155650"/>
                </a:lnTo>
                <a:cubicBezTo>
                  <a:pt x="375077" y="184044"/>
                  <a:pt x="375077" y="247825"/>
                  <a:pt x="331597" y="276219"/>
                </a:cubicBezTo>
                <a:lnTo>
                  <a:pt x="111367" y="420034"/>
                </a:lnTo>
                <a:cubicBezTo>
                  <a:pt x="63479" y="451306"/>
                  <a:pt x="0" y="416944"/>
                  <a:pt x="0" y="359750"/>
                </a:cubicBezTo>
                <a:lnTo>
                  <a:pt x="0" y="72118"/>
                </a:lnTo>
                <a:cubicBezTo>
                  <a:pt x="0" y="14924"/>
                  <a:pt x="63479" y="-19438"/>
                  <a:pt x="111367" y="11834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63500" dist="114300" dir="39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19295" y="230505"/>
            <a:ext cx="2470150" cy="12065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endParaRPr lang="zh-CN" altLang="en-US" b="0">
              <a:solidFill>
                <a:srgbClr val="000000"/>
              </a:solidFill>
              <a:ea typeface="宋体" pitchFamily="2" charset="-122"/>
            </a:endParaRPr>
          </a:p>
        </p:txBody>
      </p:sp>
    </p:spTree>
    <p:custDataLst>
      <p:tags r:id="rId4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9" name="任意多边形 28"/>
          <p:cNvSpPr/>
          <p:nvPr>
            <p:custDataLst>
              <p:tags r:id="rId2"/>
            </p:custDataLst>
          </p:nvPr>
        </p:nvSpPr>
        <p:spPr>
          <a:xfrm>
            <a:off x="1770241" y="3249790"/>
            <a:ext cx="2881964" cy="358419"/>
          </a:xfrm>
          <a:custGeom>
            <a:avLst/>
            <a:gdLst>
              <a:gd name="connsiteX0" fmla="*/ 0 w 2879725"/>
              <a:gd name="connsiteY0" fmla="*/ 89535 h 358140"/>
              <a:gd name="connsiteX1" fmla="*/ 1020324 w 2879725"/>
              <a:gd name="connsiteY1" fmla="*/ 89535 h 358140"/>
              <a:gd name="connsiteX2" fmla="*/ 1019622 w 2879725"/>
              <a:gd name="connsiteY2" fmla="*/ 91798 h 358140"/>
              <a:gd name="connsiteX3" fmla="*/ 1010920 w 2879725"/>
              <a:gd name="connsiteY3" fmla="*/ 178117 h 358140"/>
              <a:gd name="connsiteX4" fmla="*/ 1019622 w 2879725"/>
              <a:gd name="connsiteY4" fmla="*/ 264436 h 358140"/>
              <a:gd name="connsiteX5" fmla="*/ 1020916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538 w 2879725"/>
              <a:gd name="connsiteY12" fmla="*/ 268605 h 358140"/>
              <a:gd name="connsiteX13" fmla="*/ 1858832 w 2879725"/>
              <a:gd name="connsiteY13" fmla="*/ 264436 h 358140"/>
              <a:gd name="connsiteX14" fmla="*/ 1867534 w 2879725"/>
              <a:gd name="connsiteY14" fmla="*/ 178117 h 358140"/>
              <a:gd name="connsiteX15" fmla="*/ 1858832 w 2879725"/>
              <a:gd name="connsiteY15" fmla="*/ 91798 h 358140"/>
              <a:gd name="connsiteX16" fmla="*/ 1858130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324" y="89535"/>
                </a:lnTo>
                <a:lnTo>
                  <a:pt x="1019622" y="91798"/>
                </a:lnTo>
                <a:cubicBezTo>
                  <a:pt x="1013916" y="119680"/>
                  <a:pt x="1010920" y="148549"/>
                  <a:pt x="1010920" y="178117"/>
                </a:cubicBezTo>
                <a:cubicBezTo>
                  <a:pt x="1010920" y="207685"/>
                  <a:pt x="1013916" y="236554"/>
                  <a:pt x="1019622" y="264436"/>
                </a:cubicBezTo>
                <a:lnTo>
                  <a:pt x="1020916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538" y="268605"/>
                </a:lnTo>
                <a:lnTo>
                  <a:pt x="1858832" y="264436"/>
                </a:lnTo>
                <a:cubicBezTo>
                  <a:pt x="1864538" y="236554"/>
                  <a:pt x="1867534" y="207685"/>
                  <a:pt x="1867534" y="178117"/>
                </a:cubicBezTo>
                <a:cubicBezTo>
                  <a:pt x="1867534" y="148549"/>
                  <a:pt x="1864538" y="119680"/>
                  <a:pt x="1858832" y="91798"/>
                </a:cubicBezTo>
                <a:lnTo>
                  <a:pt x="1858130" y="89535"/>
                </a:lnTo>
                <a:lnTo>
                  <a:pt x="2700655" y="89535"/>
                </a:lnTo>
                <a:close/>
              </a:path>
            </a:pathLst>
          </a:custGeom>
          <a:solidFill>
            <a:srgbClr val="376FFF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>
            <a:off x="4652206" y="3249155"/>
            <a:ext cx="2881964" cy="358419"/>
          </a:xfrm>
          <a:custGeom>
            <a:avLst/>
            <a:gdLst>
              <a:gd name="connsiteX0" fmla="*/ 0 w 2879725"/>
              <a:gd name="connsiteY0" fmla="*/ 89535 h 358140"/>
              <a:gd name="connsiteX1" fmla="*/ 1020522 w 2879725"/>
              <a:gd name="connsiteY1" fmla="*/ 89535 h 358140"/>
              <a:gd name="connsiteX2" fmla="*/ 1019622 w 2879725"/>
              <a:gd name="connsiteY2" fmla="*/ 92433 h 358140"/>
              <a:gd name="connsiteX3" fmla="*/ 1010920 w 2879725"/>
              <a:gd name="connsiteY3" fmla="*/ 178752 h 358140"/>
              <a:gd name="connsiteX4" fmla="*/ 1019622 w 2879725"/>
              <a:gd name="connsiteY4" fmla="*/ 265071 h 358140"/>
              <a:gd name="connsiteX5" fmla="*/ 1020719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735 w 2879725"/>
              <a:gd name="connsiteY12" fmla="*/ 268605 h 358140"/>
              <a:gd name="connsiteX13" fmla="*/ 1858833 w 2879725"/>
              <a:gd name="connsiteY13" fmla="*/ 265071 h 358140"/>
              <a:gd name="connsiteX14" fmla="*/ 1867534 w 2879725"/>
              <a:gd name="connsiteY14" fmla="*/ 178752 h 358140"/>
              <a:gd name="connsiteX15" fmla="*/ 1858833 w 2879725"/>
              <a:gd name="connsiteY15" fmla="*/ 92433 h 358140"/>
              <a:gd name="connsiteX16" fmla="*/ 1857933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522" y="89535"/>
                </a:lnTo>
                <a:lnTo>
                  <a:pt x="1019622" y="92433"/>
                </a:lnTo>
                <a:cubicBezTo>
                  <a:pt x="1013917" y="120315"/>
                  <a:pt x="1010920" y="149184"/>
                  <a:pt x="1010920" y="178752"/>
                </a:cubicBezTo>
                <a:cubicBezTo>
                  <a:pt x="1010920" y="208320"/>
                  <a:pt x="1013917" y="237189"/>
                  <a:pt x="1019622" y="265071"/>
                </a:cubicBezTo>
                <a:lnTo>
                  <a:pt x="1020719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735" y="268605"/>
                </a:lnTo>
                <a:lnTo>
                  <a:pt x="1858833" y="265071"/>
                </a:lnTo>
                <a:cubicBezTo>
                  <a:pt x="1864538" y="237189"/>
                  <a:pt x="1867534" y="208320"/>
                  <a:pt x="1867534" y="178752"/>
                </a:cubicBezTo>
                <a:cubicBezTo>
                  <a:pt x="1867534" y="149184"/>
                  <a:pt x="1864538" y="120315"/>
                  <a:pt x="1858833" y="92433"/>
                </a:cubicBezTo>
                <a:lnTo>
                  <a:pt x="1857933" y="89535"/>
                </a:lnTo>
                <a:lnTo>
                  <a:pt x="2700655" y="89535"/>
                </a:lnTo>
                <a:close/>
              </a:path>
            </a:pathLst>
          </a:custGeom>
          <a:solidFill>
            <a:srgbClr val="376FFF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"/>
            </p:custDataLst>
          </p:nvPr>
        </p:nvSpPr>
        <p:spPr>
          <a:xfrm>
            <a:off x="7534170" y="3249790"/>
            <a:ext cx="2881964" cy="358419"/>
          </a:xfrm>
          <a:custGeom>
            <a:avLst/>
            <a:gdLst>
              <a:gd name="connsiteX0" fmla="*/ 0 w 2879725"/>
              <a:gd name="connsiteY0" fmla="*/ 89535 h 358140"/>
              <a:gd name="connsiteX1" fmla="*/ 1020324 w 2879725"/>
              <a:gd name="connsiteY1" fmla="*/ 89535 h 358140"/>
              <a:gd name="connsiteX2" fmla="*/ 1019622 w 2879725"/>
              <a:gd name="connsiteY2" fmla="*/ 91798 h 358140"/>
              <a:gd name="connsiteX3" fmla="*/ 1010920 w 2879725"/>
              <a:gd name="connsiteY3" fmla="*/ 178117 h 358140"/>
              <a:gd name="connsiteX4" fmla="*/ 1019622 w 2879725"/>
              <a:gd name="connsiteY4" fmla="*/ 264436 h 358140"/>
              <a:gd name="connsiteX5" fmla="*/ 1020916 w 2879725"/>
              <a:gd name="connsiteY5" fmla="*/ 268605 h 358140"/>
              <a:gd name="connsiteX6" fmla="*/ 0 w 2879725"/>
              <a:gd name="connsiteY6" fmla="*/ 268605 h 358140"/>
              <a:gd name="connsiteX7" fmla="*/ 89535 w 2879725"/>
              <a:gd name="connsiteY7" fmla="*/ 179070 h 358140"/>
              <a:gd name="connsiteX8" fmla="*/ 2700655 w 2879725"/>
              <a:gd name="connsiteY8" fmla="*/ 0 h 358140"/>
              <a:gd name="connsiteX9" fmla="*/ 2879725 w 2879725"/>
              <a:gd name="connsiteY9" fmla="*/ 179070 h 358140"/>
              <a:gd name="connsiteX10" fmla="*/ 2700655 w 2879725"/>
              <a:gd name="connsiteY10" fmla="*/ 358140 h 358140"/>
              <a:gd name="connsiteX11" fmla="*/ 2700655 w 2879725"/>
              <a:gd name="connsiteY11" fmla="*/ 268605 h 358140"/>
              <a:gd name="connsiteX12" fmla="*/ 1857538 w 2879725"/>
              <a:gd name="connsiteY12" fmla="*/ 268605 h 358140"/>
              <a:gd name="connsiteX13" fmla="*/ 1858832 w 2879725"/>
              <a:gd name="connsiteY13" fmla="*/ 264436 h 358140"/>
              <a:gd name="connsiteX14" fmla="*/ 1867534 w 2879725"/>
              <a:gd name="connsiteY14" fmla="*/ 178117 h 358140"/>
              <a:gd name="connsiteX15" fmla="*/ 1858832 w 2879725"/>
              <a:gd name="connsiteY15" fmla="*/ 91798 h 358140"/>
              <a:gd name="connsiteX16" fmla="*/ 1858130 w 2879725"/>
              <a:gd name="connsiteY16" fmla="*/ 89535 h 358140"/>
              <a:gd name="connsiteX17" fmla="*/ 2700655 w 2879725"/>
              <a:gd name="connsiteY17" fmla="*/ 89535 h 3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79725" h="358140">
                <a:moveTo>
                  <a:pt x="0" y="89535"/>
                </a:moveTo>
                <a:lnTo>
                  <a:pt x="1020324" y="89535"/>
                </a:lnTo>
                <a:lnTo>
                  <a:pt x="1019622" y="91798"/>
                </a:lnTo>
                <a:cubicBezTo>
                  <a:pt x="1013916" y="119680"/>
                  <a:pt x="1010920" y="148549"/>
                  <a:pt x="1010920" y="178117"/>
                </a:cubicBezTo>
                <a:cubicBezTo>
                  <a:pt x="1010920" y="207685"/>
                  <a:pt x="1013916" y="236554"/>
                  <a:pt x="1019622" y="264436"/>
                </a:cubicBezTo>
                <a:lnTo>
                  <a:pt x="1020916" y="268605"/>
                </a:lnTo>
                <a:lnTo>
                  <a:pt x="0" y="268605"/>
                </a:lnTo>
                <a:lnTo>
                  <a:pt x="89535" y="179070"/>
                </a:lnTo>
                <a:close/>
                <a:moveTo>
                  <a:pt x="2700655" y="0"/>
                </a:moveTo>
                <a:lnTo>
                  <a:pt x="2879725" y="179070"/>
                </a:lnTo>
                <a:lnTo>
                  <a:pt x="2700655" y="358140"/>
                </a:lnTo>
                <a:lnTo>
                  <a:pt x="2700655" y="268605"/>
                </a:lnTo>
                <a:lnTo>
                  <a:pt x="1857538" y="268605"/>
                </a:lnTo>
                <a:lnTo>
                  <a:pt x="1858832" y="264436"/>
                </a:lnTo>
                <a:cubicBezTo>
                  <a:pt x="1864538" y="236554"/>
                  <a:pt x="1867534" y="207685"/>
                  <a:pt x="1867534" y="178117"/>
                </a:cubicBezTo>
                <a:cubicBezTo>
                  <a:pt x="1867534" y="148549"/>
                  <a:pt x="1864538" y="119680"/>
                  <a:pt x="1858832" y="91798"/>
                </a:cubicBezTo>
                <a:lnTo>
                  <a:pt x="1858130" y="89535"/>
                </a:lnTo>
                <a:lnTo>
                  <a:pt x="2700655" y="89535"/>
                </a:lnTo>
                <a:close/>
              </a:path>
            </a:pathLst>
          </a:custGeom>
          <a:solidFill>
            <a:srgbClr val="376FFF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2813087" y="3030545"/>
            <a:ext cx="795003" cy="795003"/>
          </a:xfrm>
          <a:prstGeom prst="ellipse">
            <a:avLst/>
          </a:prstGeom>
          <a:solidFill>
            <a:srgbClr val="376FFF"/>
          </a:solidFill>
          <a:ln w="3175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5695687" y="3030545"/>
            <a:ext cx="795003" cy="795003"/>
          </a:xfrm>
          <a:prstGeom prst="ellipse">
            <a:avLst/>
          </a:prstGeom>
          <a:solidFill>
            <a:srgbClr val="376FFF"/>
          </a:solidFill>
          <a:ln w="3175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9" name="椭圆 18"/>
          <p:cNvSpPr/>
          <p:nvPr>
            <p:custDataLst>
              <p:tags r:id="rId7"/>
            </p:custDataLst>
          </p:nvPr>
        </p:nvSpPr>
        <p:spPr>
          <a:xfrm>
            <a:off x="8577651" y="3030545"/>
            <a:ext cx="795003" cy="795003"/>
          </a:xfrm>
          <a:prstGeom prst="ellipse">
            <a:avLst/>
          </a:prstGeom>
          <a:solidFill>
            <a:srgbClr val="376FFF"/>
          </a:solidFill>
          <a:ln w="3175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8"/>
            </p:custDataLst>
          </p:nvPr>
        </p:nvSpPr>
        <p:spPr>
          <a:xfrm>
            <a:off x="1081405" y="402590"/>
            <a:ext cx="5027295" cy="2225675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t" anchorCtr="0">
            <a:noAutofit/>
          </a:bodyPr>
          <a:p>
            <a:pPr marL="228600" lvl="0" indent="-22860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科技重大专项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“</a:t>
            </a:r>
            <a:r>
              <a:rPr lang="zh-CN" altLang="en-US" sz="1000">
                <a:latin typeface="+mn-ea"/>
                <a:sym typeface="+mn-ea"/>
              </a:rPr>
              <a:t>重大新药创制</a:t>
            </a:r>
            <a:r>
              <a:rPr lang="en-US" altLang="zh-CN" sz="1000">
                <a:latin typeface="+mn-ea"/>
                <a:sym typeface="+mn-ea"/>
              </a:rPr>
              <a:t>”</a:t>
            </a:r>
            <a:r>
              <a:rPr lang="zh-CN" altLang="en-US" sz="1000">
                <a:latin typeface="+mn-ea"/>
                <a:sym typeface="+mn-ea"/>
              </a:rPr>
              <a:t>科技重大专项（</a:t>
            </a:r>
            <a:r>
              <a:rPr lang="en-US" altLang="zh-CN" sz="1000">
                <a:latin typeface="+mn-ea"/>
                <a:sym typeface="+mn-ea"/>
              </a:rPr>
              <a:t>2008-2020</a:t>
            </a:r>
            <a:r>
              <a:rPr lang="zh-CN" altLang="en-US" sz="1000">
                <a:latin typeface="+mn-ea"/>
                <a:sym typeface="+mn-ea"/>
              </a:rPr>
              <a:t>），中央财政投入</a:t>
            </a:r>
            <a:r>
              <a:rPr lang="en-US" altLang="zh-CN" sz="1000">
                <a:latin typeface="+mn-ea"/>
                <a:sym typeface="+mn-ea"/>
              </a:rPr>
              <a:t>233</a:t>
            </a:r>
            <a:r>
              <a:rPr lang="zh-CN" altLang="en-US" sz="1000">
                <a:latin typeface="+mn-ea"/>
                <a:sym typeface="+mn-ea"/>
              </a:rPr>
              <a:t>亿元，支持了</a:t>
            </a:r>
            <a:r>
              <a:rPr lang="en-US" altLang="zh-CN" sz="1000">
                <a:latin typeface="+mn-ea"/>
                <a:sym typeface="+mn-ea"/>
              </a:rPr>
              <a:t>3000</a:t>
            </a:r>
            <a:r>
              <a:rPr lang="zh-CN" altLang="en-US" sz="1000">
                <a:latin typeface="+mn-ea"/>
                <a:sym typeface="+mn-ea"/>
              </a:rPr>
              <a:t>多个课题，我国初步建成了药物创新技术体系，包括综合性平台、企业平台和单元平台等。</a:t>
            </a:r>
            <a:endParaRPr lang="zh-CN" altLang="en-US" sz="1000">
              <a:latin typeface="+mn-ea"/>
              <a:sym typeface="+mn-ea"/>
            </a:endParaRPr>
          </a:p>
          <a:p>
            <a:pPr marL="228600" lvl="0" indent="-22860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药品专利期限补偿制度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2017</a:t>
            </a:r>
            <a:r>
              <a:rPr lang="zh-CN" altLang="en-US" sz="1000">
                <a:latin typeface="+mn-ea"/>
                <a:sym typeface="+mn-ea"/>
              </a:rPr>
              <a:t>年，开展试点；</a:t>
            </a:r>
            <a:r>
              <a:rPr lang="en-US" altLang="zh-CN" sz="1000">
                <a:latin typeface="+mn-ea"/>
                <a:sym typeface="+mn-ea"/>
              </a:rPr>
              <a:t>2021</a:t>
            </a:r>
            <a:r>
              <a:rPr lang="zh-CN" altLang="en-US" sz="1000">
                <a:latin typeface="+mn-ea"/>
                <a:sym typeface="+mn-ea"/>
              </a:rPr>
              <a:t>年新版《专利法》正式确立。为补偿新药上市审评审批占用的时间，对在我国获得上市许可的新药相关发明专利，国务院专利行政部门应专利权人的请求给予专利权期限补偿，补偿期限不超过5年，新药批准上市后总有效专利权期限不超过14年。</a:t>
            </a:r>
            <a:endParaRPr lang="zh-CN" altLang="en-US" sz="1000">
              <a:latin typeface="+mn-ea"/>
              <a:sym typeface="+mn-ea"/>
            </a:endParaRPr>
          </a:p>
          <a:p>
            <a:pPr marL="228600" lvl="0" indent="-22860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en-US" altLang="zh-CN" sz="1000">
                <a:solidFill>
                  <a:srgbClr val="C00000"/>
                </a:solidFill>
                <a:latin typeface="+mn-ea"/>
                <a:sym typeface="+mn-ea"/>
              </a:rPr>
              <a:t> </a:t>
            </a: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沟通交流机制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2016</a:t>
            </a:r>
            <a:r>
              <a:rPr lang="zh-CN" altLang="en-US" sz="1000">
                <a:latin typeface="+mn-ea"/>
                <a:sym typeface="+mn-ea"/>
              </a:rPr>
              <a:t>年，原国家食药总局颁布《药物研发与技术审评沟通交流管理办法（试行）》，通过提高沟通交流质量和效率，促进药品研发创新和技术审评。</a:t>
            </a:r>
            <a:endParaRPr lang="zh-CN" altLang="en-US" sz="1000">
              <a:latin typeface="+mn-ea"/>
              <a:sym typeface="+mn-ea"/>
            </a:endParaRPr>
          </a:p>
          <a:p>
            <a:pPr marL="228600" lvl="0" indent="-22860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 spc="60">
                <a:solidFill>
                  <a:srgbClr val="C00000"/>
                </a:solidFill>
                <a:sym typeface="+mn-ea"/>
              </a:rPr>
              <a:t>宏观规划支持</a:t>
            </a:r>
            <a:r>
              <a:rPr lang="zh-CN" altLang="en-US" sz="1000" spc="60">
                <a:sym typeface="+mn-ea"/>
              </a:rPr>
              <a:t>：</a:t>
            </a:r>
            <a:r>
              <a:rPr lang="en-US" sz="1000" spc="60">
                <a:sym typeface="+mn-ea"/>
              </a:rPr>
              <a:t>《“十四五”医药工业发展规划》</a:t>
            </a:r>
            <a:r>
              <a:rPr lang="zh-CN" altLang="en-US" sz="1000" spc="60">
                <a:sym typeface="+mn-ea"/>
              </a:rPr>
              <a:t>、</a:t>
            </a:r>
            <a:r>
              <a:rPr lang="en-US" sz="1000" spc="60">
                <a:sym typeface="+mn-ea"/>
              </a:rPr>
              <a:t>《“十四五”生物经济发展规划》</a:t>
            </a:r>
            <a:r>
              <a:rPr lang="zh-CN" altLang="en-US" sz="1000" spc="60">
                <a:sym typeface="+mn-ea"/>
              </a:rPr>
              <a:t>、</a:t>
            </a:r>
            <a:r>
              <a:rPr lang="en-US" sz="1000" spc="60">
                <a:sym typeface="+mn-ea"/>
              </a:rPr>
              <a:t>《医药工业高质量发展行动计划（2023~2025）》</a:t>
            </a:r>
            <a:endParaRPr lang="en-US" altLang="en-US" sz="1000" spc="6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1656488" y="2628033"/>
            <a:ext cx="3109471" cy="31647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+mn-ea"/>
                <a:cs typeface="+mn-ea"/>
              </a:rPr>
              <a:t>产品研发阶段</a:t>
            </a:r>
            <a:endParaRPr lang="zh-CN" altLang="en-US" b="1">
              <a:solidFill>
                <a:srgbClr val="376FFF"/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6021070" y="382270"/>
            <a:ext cx="5782310" cy="2245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628650" lvl="1" indent="-17145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药品上市许可持有人制度（</a:t>
            </a:r>
            <a:r>
              <a:rPr lang="en-US" altLang="zh-CN" sz="1000">
                <a:solidFill>
                  <a:srgbClr val="C00000"/>
                </a:solidFill>
                <a:latin typeface="+mn-ea"/>
                <a:sym typeface="+mn-ea"/>
              </a:rPr>
              <a:t>MAH</a:t>
            </a: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）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2016</a:t>
            </a:r>
            <a:r>
              <a:rPr lang="zh-CN" altLang="en-US" sz="1000">
                <a:latin typeface="+mn-ea"/>
                <a:sym typeface="+mn-ea"/>
              </a:rPr>
              <a:t>年开展试点，</a:t>
            </a:r>
            <a:r>
              <a:rPr lang="en-US" altLang="zh-CN" sz="1000">
                <a:latin typeface="+mn-ea"/>
                <a:sym typeface="+mn-ea"/>
              </a:rPr>
              <a:t>2019</a:t>
            </a:r>
            <a:r>
              <a:rPr lang="zh-CN" altLang="en-US" sz="1000">
                <a:latin typeface="+mn-ea"/>
                <a:sym typeface="+mn-ea"/>
              </a:rPr>
              <a:t>年写入新版《药品管理法》，</a:t>
            </a:r>
            <a:r>
              <a:rPr lang="zh-CN" altLang="en-US" sz="1000">
                <a:latin typeface="+mn-ea"/>
                <a:sym typeface="+mn-ea"/>
              </a:rPr>
              <a:t>该制度打破上市许可与生产许可的“捆绑制”，是我国药品注册制度改革的核心内容。</a:t>
            </a:r>
            <a:endParaRPr lang="zh-CN" altLang="en-US" sz="1000">
              <a:latin typeface="+mn-ea"/>
              <a:sym typeface="+mn-ea"/>
            </a:endParaRPr>
          </a:p>
          <a:p>
            <a:pPr marL="628650" lvl="1" indent="-17145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医保目录准入谈判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2018</a:t>
            </a:r>
            <a:r>
              <a:rPr lang="zh-CN" altLang="en-US" sz="1000">
                <a:latin typeface="+mn-ea"/>
                <a:sym typeface="+mn-ea"/>
              </a:rPr>
              <a:t>年以来，6年6轮医保药品目录调整，共700余种好药、创新药等进入国家医保药品目录。</a:t>
            </a:r>
            <a:endParaRPr lang="zh-CN" altLang="en-US" sz="1000">
              <a:latin typeface="+mn-ea"/>
            </a:endParaRPr>
          </a:p>
          <a:p>
            <a:pPr marL="628650" lvl="1" indent="-17145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药品定价机制</a:t>
            </a:r>
            <a:r>
              <a:rPr lang="zh-CN" altLang="en-US" sz="1000">
                <a:latin typeface="+mn-ea"/>
                <a:sym typeface="+mn-ea"/>
              </a:rPr>
              <a:t>：上海试点，《浦东新区综合改革试点实施方案（2023-2027年）》明确提出</a:t>
            </a:r>
            <a:r>
              <a:rPr lang="en-US" altLang="zh-CN" sz="1000">
                <a:latin typeface="+mn-ea"/>
                <a:sym typeface="+mn-ea"/>
              </a:rPr>
              <a:t>“</a:t>
            </a:r>
            <a:r>
              <a:rPr lang="zh-CN" altLang="en-US" sz="1000">
                <a:latin typeface="+mn-ea"/>
                <a:sym typeface="+mn-ea"/>
              </a:rPr>
              <a:t>依照有关规定允许生物医药新产品参照国际同类药品定价</a:t>
            </a:r>
            <a:r>
              <a:rPr lang="en-US" altLang="zh-CN" sz="1000">
                <a:latin typeface="+mn-ea"/>
                <a:sym typeface="+mn-ea"/>
              </a:rPr>
              <a:t>”</a:t>
            </a:r>
            <a:r>
              <a:rPr lang="zh-CN" altLang="en-US" sz="1000">
                <a:latin typeface="+mn-ea"/>
                <a:sym typeface="+mn-ea"/>
              </a:rPr>
              <a:t>。</a:t>
            </a:r>
            <a:endParaRPr lang="zh-CN" altLang="en-US" sz="1000">
              <a:latin typeface="+mn-ea"/>
            </a:endParaRPr>
          </a:p>
          <a:p>
            <a:pPr marL="628650" lvl="1" indent="-17145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双通道</a:t>
            </a:r>
            <a:r>
              <a:rPr lang="zh-CN" altLang="en-US" sz="1000">
                <a:latin typeface="+mn-ea"/>
                <a:sym typeface="+mn-ea"/>
              </a:rPr>
              <a:t>：</a:t>
            </a:r>
            <a:r>
              <a:rPr lang="en-US" altLang="zh-CN" sz="1000">
                <a:latin typeface="+mn-ea"/>
                <a:sym typeface="+mn-ea"/>
              </a:rPr>
              <a:t>2021</a:t>
            </a:r>
            <a:r>
              <a:rPr lang="zh-CN" altLang="en-US" sz="1000">
                <a:latin typeface="+mn-ea"/>
                <a:sym typeface="+mn-ea"/>
              </a:rPr>
              <a:t>年，国家卫健委出台《关于建立完善国家医保谈判药品“双通道”管理机制的指导意见》</a:t>
            </a:r>
            <a:r>
              <a:rPr lang="zh-CN" sz="1000">
                <a:latin typeface="+mn-ea"/>
                <a:sym typeface="+mn-ea"/>
              </a:rPr>
              <a:t>，</a:t>
            </a:r>
            <a:r>
              <a:rPr lang="zh-CN" altLang="en-US" sz="1000">
                <a:latin typeface="+mn-ea"/>
                <a:sym typeface="+mn-ea"/>
              </a:rPr>
              <a:t>所谓“双通道”是指通过定点医疗机构和定点零售药店2个渠道，满足谈判药品供应保障、临床使用等方面的合理需求，并同步纳入医保支付的机制。</a:t>
            </a:r>
            <a:endParaRPr lang="zh-CN" altLang="en-US" sz="1000">
              <a:latin typeface="+mn-ea"/>
            </a:endParaRPr>
          </a:p>
          <a:p>
            <a:pPr marL="628650" lvl="1" indent="-171450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科创板上市标准</a:t>
            </a:r>
            <a:r>
              <a:rPr lang="zh-CN" altLang="en-US" sz="1000">
                <a:latin typeface="+mn-ea"/>
                <a:sym typeface="+mn-ea"/>
              </a:rPr>
              <a:t>：包容性，支持处于研发阶段尚未形成一定收入的企业上市。</a:t>
            </a:r>
            <a:endParaRPr lang="zh-CN" altLang="en-US" sz="10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7419782" y="2593108"/>
            <a:ext cx="3109471" cy="31647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+mn-ea"/>
                <a:cs typeface="+mn-ea"/>
              </a:rPr>
              <a:t>上市销售阶段</a:t>
            </a:r>
            <a:endParaRPr lang="zh-CN" altLang="en-US" b="1">
              <a:solidFill>
                <a:srgbClr val="376FFF"/>
              </a:solidFill>
              <a:latin typeface="+mn-ea"/>
              <a:cs typeface="+mn-ea"/>
            </a:endParaRPr>
          </a:p>
        </p:txBody>
      </p:sp>
      <p:sp>
        <p:nvSpPr>
          <p:cNvPr id="9" name="矩形 8" descr="7b0a202020202262756c6c6574223a20227b5c2263617465676f727949645c223a5c225c222c5c2274656d706c61746549645c223a32303233313538337d220a7d0a"/>
          <p:cNvSpPr/>
          <p:nvPr>
            <p:custDataLst>
              <p:tags r:id="rId12"/>
            </p:custDataLst>
          </p:nvPr>
        </p:nvSpPr>
        <p:spPr>
          <a:xfrm>
            <a:off x="3048000" y="4561205"/>
            <a:ext cx="5963920" cy="20193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628650" lvl="1" indent="-171450" algn="just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人用药品注册技术要求国际协调理事会（</a:t>
            </a:r>
            <a:r>
              <a:rPr lang="en-US" altLang="zh-CN" sz="1000">
                <a:solidFill>
                  <a:srgbClr val="C00000"/>
                </a:solidFill>
                <a:latin typeface="+mn-ea"/>
                <a:sym typeface="+mn-ea"/>
              </a:rPr>
              <a:t>ICH</a:t>
            </a: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）</a:t>
            </a:r>
            <a:r>
              <a:rPr lang="zh-CN" altLang="en-US" sz="1000">
                <a:latin typeface="+mn-ea"/>
                <a:sym typeface="+mn-ea"/>
              </a:rPr>
              <a:t>：我国于</a:t>
            </a:r>
            <a:r>
              <a:rPr lang="en-US" altLang="zh-CN" sz="1000">
                <a:latin typeface="+mn-ea"/>
                <a:sym typeface="+mn-ea"/>
              </a:rPr>
              <a:t>2017</a:t>
            </a:r>
            <a:r>
              <a:rPr lang="zh-CN" altLang="en-US" sz="1000">
                <a:latin typeface="+mn-ea"/>
                <a:sym typeface="+mn-ea"/>
              </a:rPr>
              <a:t>年加入，</a:t>
            </a:r>
            <a:r>
              <a:rPr lang="en-US" altLang="zh-CN" sz="1000">
                <a:latin typeface="+mn-ea"/>
                <a:sym typeface="+mn-ea"/>
              </a:rPr>
              <a:t>2018</a:t>
            </a:r>
            <a:r>
              <a:rPr lang="zh-CN" altLang="en-US" sz="1000">
                <a:latin typeface="+mn-ea"/>
                <a:sym typeface="+mn-ea"/>
              </a:rPr>
              <a:t>年当选</a:t>
            </a:r>
            <a:r>
              <a:rPr lang="en-US" altLang="zh-CN" sz="1000">
                <a:latin typeface="+mn-ea"/>
                <a:sym typeface="+mn-ea"/>
              </a:rPr>
              <a:t>ICH</a:t>
            </a:r>
            <a:r>
              <a:rPr lang="zh-CN" altLang="en-US" sz="1000">
                <a:latin typeface="+mn-ea"/>
                <a:sym typeface="+mn-ea"/>
              </a:rPr>
              <a:t>管理委员会成员。</a:t>
            </a:r>
            <a:r>
              <a:rPr lang="en-US" altLang="zh-CN" sz="1000">
                <a:latin typeface="+mn-ea"/>
                <a:sym typeface="+mn-ea"/>
              </a:rPr>
              <a:t>ICH</a:t>
            </a:r>
            <a:r>
              <a:rPr lang="zh-CN" altLang="en-US" sz="1000">
                <a:latin typeface="+mn-ea"/>
                <a:sym typeface="+mn-ea"/>
              </a:rPr>
              <a:t>技术要求推动了我国药品注册标准与国际药品注册标准全面接轨，缩短了创新药全球上市时间差。</a:t>
            </a:r>
            <a:endParaRPr lang="zh-CN" altLang="en-US" sz="1000">
              <a:latin typeface="+mn-ea"/>
              <a:sym typeface="+mn-ea"/>
            </a:endParaRPr>
          </a:p>
          <a:p>
            <a:pPr marL="628650" lvl="1" indent="-171450" algn="just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en-US" altLang="zh-CN" sz="1000">
                <a:latin typeface="+mn-ea"/>
                <a:sym typeface="+mn-ea"/>
              </a:rPr>
              <a:t>2017</a:t>
            </a:r>
            <a:r>
              <a:rPr lang="zh-CN" altLang="en-US" sz="1000">
                <a:latin typeface="+mn-ea"/>
                <a:sym typeface="+mn-ea"/>
              </a:rPr>
              <a:t>年，中办、国办印发《关于深化审评审批制度改革鼓励药品医疗器械创新的意见》，提出加快临床急需药品医疗器械审评审批，</a:t>
            </a: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对于急需药械可附条件批准上市</a:t>
            </a:r>
            <a:r>
              <a:rPr lang="zh-CN" altLang="en-US" sz="1000">
                <a:latin typeface="+mn-ea"/>
                <a:sym typeface="+mn-ea"/>
              </a:rPr>
              <a:t>。</a:t>
            </a:r>
            <a:endParaRPr lang="zh-CN" altLang="en-US" sz="1000">
              <a:latin typeface="+mn-ea"/>
              <a:sym typeface="+mn-ea"/>
            </a:endParaRPr>
          </a:p>
          <a:p>
            <a:pPr marL="628650" lvl="1" indent="-171450" algn="just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en-US" altLang="zh-CN" sz="1000">
                <a:latin typeface="+mn-ea"/>
                <a:sym typeface="+mn-ea"/>
              </a:rPr>
              <a:t>2020</a:t>
            </a:r>
            <a:r>
              <a:rPr lang="zh-CN" altLang="en-US" sz="1000">
                <a:latin typeface="+mn-ea"/>
                <a:sym typeface="+mn-ea"/>
              </a:rPr>
              <a:t>年，新版《药品注册管理办法》</a:t>
            </a:r>
            <a:r>
              <a:rPr lang="zh-CN" sz="1000">
                <a:latin typeface="+mn-ea"/>
                <a:sym typeface="+mn-ea"/>
              </a:rPr>
              <a:t>出台</a:t>
            </a:r>
            <a:r>
              <a:rPr lang="zh-CN" altLang="en-US" sz="1000">
                <a:latin typeface="+mn-ea"/>
                <a:sym typeface="+mn-ea"/>
              </a:rPr>
              <a:t>，为加快药品上市注册，设立</a:t>
            </a:r>
            <a:r>
              <a:rPr lang="zh-CN" altLang="en-US" sz="1000">
                <a:solidFill>
                  <a:srgbClr val="C00000"/>
                </a:solidFill>
                <a:latin typeface="+mn-ea"/>
                <a:sym typeface="+mn-ea"/>
              </a:rPr>
              <a:t>四大快速审批通道</a:t>
            </a:r>
            <a:r>
              <a:rPr lang="zh-CN" altLang="en-US" sz="1000">
                <a:latin typeface="+mn-ea"/>
                <a:sym typeface="+mn-ea"/>
              </a:rPr>
              <a:t>，并配套发布</a:t>
            </a:r>
            <a:r>
              <a:rPr lang="zh-CN" altLang="en-US" sz="1000">
                <a:latin typeface="+mn-ea"/>
                <a:sym typeface="+mn-ea"/>
              </a:rPr>
              <a:t>《突破性治疗药物审评工作程序（试行）》、《药品附条件批准上市申请审评审批工作程序（试行）》、《药品上市许可优先审评审批工作程序（试行）》等审批政策。</a:t>
            </a:r>
            <a:endParaRPr lang="zh-CN" altLang="en-US" sz="1000">
              <a:latin typeface="+mn-ea"/>
              <a:sym typeface="+mn-ea"/>
            </a:endParaRPr>
          </a:p>
          <a:p>
            <a:pPr marL="628650" lvl="1" indent="-171450" algn="just" fontAlgn="auto">
              <a:lnSpc>
                <a:spcPts val="1400"/>
              </a:lnSpc>
              <a:buFont typeface="Wingdings" panose="05000000000000000000" charset="0"/>
              <a:buChar char="n"/>
            </a:pPr>
            <a:r>
              <a:rPr lang="en-US" sz="1000" spc="60">
                <a:sym typeface="+mn-ea"/>
              </a:rPr>
              <a:t>2023</a:t>
            </a:r>
            <a:r>
              <a:rPr lang="zh-CN" altLang="en-US" sz="1000" spc="60">
                <a:sym typeface="+mn-ea"/>
              </a:rPr>
              <a:t>年，</a:t>
            </a:r>
            <a:r>
              <a:rPr lang="en-US" sz="1000" spc="60">
                <a:sym typeface="+mn-ea"/>
              </a:rPr>
              <a:t>《药审中心加快创新药上市许可申请审评工作规范（试行）》</a:t>
            </a:r>
            <a:r>
              <a:rPr lang="zh-CN" altLang="en-US" sz="1000" spc="60">
                <a:sym typeface="+mn-ea"/>
              </a:rPr>
              <a:t>，主要针对儿童专用创新药、用于治疗罕见病的创新药以及纳入突破性治疗药物程序的创新药。</a:t>
            </a:r>
            <a:endParaRPr lang="zh-CN" altLang="en-US" sz="1000">
              <a:latin typeface="+mn-ea"/>
            </a:endParaRPr>
          </a:p>
          <a:p>
            <a:pPr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Blip>
                <a:blip r:embed="rId13"/>
              </a:buBlip>
            </a:pPr>
            <a:endParaRPr lang="zh-CN" altLang="en-US" sz="10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4538452" y="4088115"/>
            <a:ext cx="3108837" cy="31647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76FFF"/>
                </a:solidFill>
                <a:latin typeface="+mn-ea"/>
                <a:cs typeface="+mn-ea"/>
              </a:rPr>
              <a:t>注册审评阶段</a:t>
            </a:r>
            <a:endParaRPr lang="zh-CN" altLang="en-US" b="1">
              <a:solidFill>
                <a:srgbClr val="376FFF"/>
              </a:solidFill>
              <a:latin typeface="+mn-ea"/>
              <a:cs typeface="+mn-ea"/>
            </a:endParaRPr>
          </a:p>
        </p:txBody>
      </p:sp>
      <p:pic>
        <p:nvPicPr>
          <p:cNvPr id="6" name="图片 3" descr="32313538333935363b32313538333934333bb6d4bbb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12784" y="3277116"/>
            <a:ext cx="324252" cy="324252"/>
          </a:xfrm>
          <a:prstGeom prst="rect">
            <a:avLst/>
          </a:prstGeom>
        </p:spPr>
      </p:pic>
      <p:pic>
        <p:nvPicPr>
          <p:cNvPr id="7" name="图片 13" descr="32313538333935363b32313538333934373bcec4bcfebcd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30819" y="3278387"/>
            <a:ext cx="324252" cy="324252"/>
          </a:xfrm>
          <a:prstGeom prst="rect">
            <a:avLst/>
          </a:prstGeom>
        </p:spPr>
      </p:pic>
      <p:pic>
        <p:nvPicPr>
          <p:cNvPr id="11" name="图片 21" descr="32313538333935363b32313538333935353bb3a4c6aab6c1ceef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8219" y="3265678"/>
            <a:ext cx="324262" cy="324262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889*503"/>
  <p:tag name="TABLE_ENDDRAG_RECT" val="14*23*889*503"/>
  <p:tag name="TABLE_AUTOADJUST_FLAG" val="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i*1_1"/>
  <p:tag name="KSO_WM_TEMPLATE_CATEGORY" val="diagram"/>
  <p:tag name="KSO_WM_TEMPLATE_INDEX" val="2023140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i*1_2"/>
  <p:tag name="KSO_WM_TEMPLATE_CATEGORY" val="diagram"/>
  <p:tag name="KSO_WM_TEMPLATE_INDEX" val="2023140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08_7*m_h_f*1_1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08_7*m_h_a*1_1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08_7*m_h_f*1_2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08_7*m_h_a*1_2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9_1"/>
  <p:tag name="KSO_WM_UNIT_ID" val="diagram20231408_7*m_h_f*1_9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9_1"/>
  <p:tag name="KSO_WM_UNIT_ID" val="diagram20231408_7*m_h_a*1_9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08_7*m_h_f*1_3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08_7*m_h_a*1_3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8_1"/>
  <p:tag name="KSO_WM_UNIT_ID" val="diagram20231408_7*m_h_f*1_8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8_1"/>
  <p:tag name="KSO_WM_UNIT_ID" val="diagram20231408_7*m_h_a*1_8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1408_7*m_h_f*1_4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1408_7*m_h_a*1_4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7_1"/>
  <p:tag name="KSO_WM_UNIT_ID" val="diagram20231408_7*m_h_f*1_7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7_1"/>
  <p:tag name="KSO_WM_UNIT_ID" val="diagram20231408_7*m_h_a*1_7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1408_7*m_h_f*1_5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1408_7*m_h_a*1_5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6_1"/>
  <p:tag name="KSO_WM_UNIT_ID" val="diagram20231408_7*m_h_f*1_6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阐述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1408_7*m_h_a*1_6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i*1_3"/>
  <p:tag name="KSO_WM_TEMPLATE_CATEGORY" val="diagram"/>
  <p:tag name="KSO_WM_TEMPLATE_INDEX" val="2023140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3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3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72*80"/>
  <p:tag name="KSO_WM_DIAGRAM_GROUP_CODE" val="m1-1"/>
  <p:tag name="KSO_WM_UNIT_TYPE" val="m_h_x"/>
  <p:tag name="KSO_WM_UNIT_INDEX" val="1_3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.4000000059604645,&quot;colorType&quot;:1,&quot;foreColorIndex&quot;:5,&quot;pos&quot;:0,&quot;transparency&quot;:0},{&quot;brightness&quot;:0,&quot;colorType&quot;:1,&quot;foreColorIndex&quot;:5,&quot;pos&quot;:0.6800000071525574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4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5*85"/>
  <p:tag name="KSO_WM_DIAGRAM_GROUP_CODE" val="m1-1"/>
  <p:tag name="KSO_WM_UNIT_TYPE" val="m_h_x"/>
  <p:tag name="KSO_WM_UNIT_INDEX" val="1_4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.4000000059604645,&quot;colorType&quot;:1,&quot;foreColorIndex&quot;:5,&quot;pos&quot;:0,&quot;transparency&quot;:0},{&quot;brightness&quot;:0,&quot;colorType&quot;:1,&quot;foreColorIndex&quot;:5,&quot;pos&quot;:0.6800000071525574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8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8*97"/>
  <p:tag name="KSO_WM_DIAGRAM_GROUP_CODE" val="m1-1"/>
  <p:tag name="KSO_WM_UNIT_TYPE" val="m_h_x"/>
  <p:tag name="KSO_WM_UNIT_INDEX" val="1_8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,&quot;colorType&quot;:1,&quot;foreColorIndex&quot;:5,&quot;pos&quot;:0.6299999952316284,&quot;transparency&quot;:0},{&quot;brightness&quot;:0.4000000059604645,&quot;colorType&quot;:1,&quot;foreColorIndex&quot;:5,&quot;pos&quot;:0,&quot;transparency&quot;:0},{&quot;brightness&quot;:-0.25,&quot;colorType&quot;:1,&quot;foreColorIndex&quot;:5,&quot;pos&quot;:0.9999899864196777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9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5*87"/>
  <p:tag name="KSO_WM_DIAGRAM_GROUP_CODE" val="m1-1"/>
  <p:tag name="KSO_WM_UNIT_TYPE" val="m_h_x"/>
  <p:tag name="KSO_WM_UNIT_INDEX" val="1_9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,&quot;colorType&quot;:1,&quot;foreColorIndex&quot;:5,&quot;pos&quot;:0.6299999952316284,&quot;transparency&quot;:0},{&quot;brightness&quot;:0.4000000059604645,&quot;colorType&quot;:1,&quot;foreColorIndex&quot;:5,&quot;pos&quot;:0,&quot;transparency&quot;:0},{&quot;brightness&quot;:-0.25,&quot;colorType&quot;:1,&quot;foreColorIndex&quot;:5,&quot;pos&quot;:0.9999899864196777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7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6*98"/>
  <p:tag name="KSO_WM_DIAGRAM_GROUP_CODE" val="m1-1"/>
  <p:tag name="KSO_WM_UNIT_TYPE" val="m_h_x"/>
  <p:tag name="KSO_WM_UNIT_INDEX" val="1_7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,&quot;colorType&quot;:1,&quot;foreColorIndex&quot;:5,&quot;pos&quot;:0.6299999952316284,&quot;transparency&quot;:0},{&quot;brightness&quot;:0.4000000059604645,&quot;colorType&quot;:1,&quot;foreColorIndex&quot;:5,&quot;pos&quot;:0,&quot;transparency&quot;:0},{&quot;brightness&quot;:-0.25,&quot;colorType&quot;:1,&quot;foreColorIndex&quot;:5,&quot;pos&quot;:0.9999899864196777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6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6*96"/>
  <p:tag name="KSO_WM_DIAGRAM_GROUP_CODE" val="m1-1"/>
  <p:tag name="KSO_WM_UNIT_TYPE" val="m_h_x"/>
  <p:tag name="KSO_WM_UNIT_INDEX" val="1_6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,&quot;colorType&quot;:1,&quot;foreColorIndex&quot;:5,&quot;pos&quot;:0.6299999952316284,&quot;transparency&quot;:0},{&quot;brightness&quot;:0.4000000059604645,&quot;colorType&quot;:1,&quot;foreColorIndex&quot;:5,&quot;pos&quot;:0,&quot;transparency&quot;:0},{&quot;brightness&quot;:-0.25,&quot;colorType&quot;:1,&quot;foreColorIndex&quot;:5,&quot;pos&quot;:0.9999899864196777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5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4*84"/>
  <p:tag name="KSO_WM_DIAGRAM_GROUP_CODE" val="m1-1"/>
  <p:tag name="KSO_WM_UNIT_TYPE" val="m_h_x"/>
  <p:tag name="KSO_WM_UNIT_INDEX" val="1_5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.4000000059604645,&quot;colorType&quot;:1,&quot;foreColorIndex&quot;:5,&quot;pos&quot;:0,&quot;transparency&quot;:0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2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84*84"/>
  <p:tag name="KSO_WM_DIAGRAM_GROUP_CODE" val="m1-1"/>
  <p:tag name="KSO_WM_UNIT_TYPE" val="m_h_x"/>
  <p:tag name="KSO_WM_UNIT_INDEX" val="1_2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.4000000059604645,&quot;colorType&quot;:1,&quot;foreColorIndex&quot;:5,&quot;pos&quot;:0,&quot;transparency&quot;:0},{&quot;brightness&quot;:0,&quot;colorType&quot;:1,&quot;foreColorIndex&quot;:5,&quot;pos&quot;:0.6800000071525574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x*1_1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UNIT_VALUE" val="78*84"/>
  <p:tag name="KSO_WM_DIAGRAM_GROUP_CODE" val="m1-1"/>
  <p:tag name="KSO_WM_UNIT_TYPE" val="m_h_x"/>
  <p:tag name="KSO_WM_UNIT_INDEX" val="1_1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-0.25,&quot;colorType&quot;:1,&quot;foreColorIndex&quot;:5,&quot;pos&quot;:0.9930099844932556,&quot;transparency&quot;:0},{&quot;brightness&quot;:0.4000000059604645,&quot;colorType&quot;:1,&quot;foreColorIndex&quot;:5,&quot;pos&quot;:0,&quot;transparency&quot;:0},{&quot;brightness&quot;:0,&quot;colorType&quot;:1,&quot;foreColorIndex&quot;:5,&quot;pos&quot;:0.6800000071525574,&quot;transparency&quot;:0}],&quot;type&quot;:3},&quot;glow&quot;:{&quot;colorType&quot;:0},&quot;line&quot;:{&quot;type&quot;:0},&quot;shadow&quot;:{&quot;brightness&quot;:0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1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2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3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4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5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9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9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8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8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7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7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08_7*m_h_i*1_6_1"/>
  <p:tag name="KSO_WM_TEMPLATE_CATEGORY" val="diagram"/>
  <p:tag name="KSO_WM_TEMPLATE_INDEX" val="2023140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6_1"/>
  <p:tag name="KSO_WM_DIAGRAM_VERSION" val="3"/>
  <p:tag name="KSO_WM_DIAGRAM_COLOR_TRICK" val="1"/>
  <p:tag name="KSO_WM_DIAGRAM_COLOR_TEXT_CAN_REMOVE" val="n"/>
  <p:tag name="KSO_WM_DIAGRAM_MAX_ITEMCNT" val="10"/>
  <p:tag name="KSO_WM_DIAGRAM_MIN_ITEMCNT" val="3"/>
  <p:tag name="KSO_WM_DIAGRAM_VIRTUALLY_FRAME" val="{&quot;height&quot;:495.2470409531481,&quot;left&quot;:33.14229282649485,&quot;top&quot;:43.2529590468519,&quot;width&quot;:891.096752929687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9900000095367432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1_1"/>
  <p:tag name="KSO_WM_UNIT_INDEX" val="1_1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06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2_1"/>
  <p:tag name="KSO_WM_UNIT_INDEX" val="1_2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07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3_1"/>
  <p:tag name="KSO_WM_UNIT_INDEX" val="1_3_1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08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1_2"/>
  <p:tag name="KSO_WM_UNIT_INDEX" val="1_1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09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2_2"/>
  <p:tag name="KSO_WM_UNIT_INDEX" val="1_2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10.xml><?xml version="1.0" encoding="utf-8"?>
<p:tagLst xmlns:p="http://schemas.openxmlformats.org/presentationml/2006/main">
  <p:tag name="KSO_WM_DIAGRAM_VIRTUALLY_FRAME" val="{&quot;height&quot;:541.65,&quot;left&quot;:17.7,&quot;top&quot;:-9.2,&quot;width&quot;:942.3}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YPE" val="m_h_i"/>
  <p:tag name="KSO_WM_DIAGRAM_VERSION" val="3"/>
  <p:tag name="KSO_WM_DIAGRAM_MAX_ITEMCNT" val="5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i*1_3_2"/>
  <p:tag name="KSO_WM_UNIT_INDEX" val="1_3_2"/>
  <p:tag name="KSO_WM_DIAGRAM_GROUP_CODE" val="m1-1"/>
  <p:tag name="KSO_WM_UNIT_FILL_TYPE" val="1"/>
  <p:tag name="KSO_WM_UNIT_FILL_FORE_SCHEMECOLOR_INDEX" val="5"/>
  <p:tag name="KSO_WM_UNIT_FILL_FORE_SCHEMECOLOR_INDEX_BRIGHTNESS" val="0"/>
</p:tagLst>
</file>

<file path=ppt/tags/tag1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1_1"/>
  <p:tag name="KSO_WM_UNIT_INDEX" val="1_1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1_1"/>
  <p:tag name="KSO_WM_UNIT_INDEX" val="1_1_1"/>
  <p:tag name="KSO_WM_DIAGRAM_GROUP_CODE" val="m1-1"/>
  <p:tag name="KSO_WM_UNIT_PRESET_TEXT" val="添加项标题"/>
  <p:tag name="KSO_WM_UNIT_TEXT_FILL_FORE_SCHEMECOLOR_INDEX" val="1"/>
  <p:tag name="KSO_WM_UNIT_TEXT_FILL_TYPE" val="1"/>
</p:tagLst>
</file>

<file path=ppt/tags/tag1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3_1"/>
  <p:tag name="KSO_WM_UNIT_INDEX" val="1_3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3_1"/>
  <p:tag name="KSO_WM_UNIT_INDEX" val="1_3_1"/>
  <p:tag name="KSO_WM_DIAGRAM_GROUP_CODE" val="m1-1"/>
  <p:tag name="KSO_WM_UNIT_PRESET_TEXT" val="添加项标题"/>
  <p:tag name="KSO_WM_UNIT_TEXT_FILL_FORE_SCHEMECOLOR_INDEX" val="1"/>
  <p:tag name="KSO_WM_UNIT_TEXT_FILL_TYPE" val="1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f*1_2_1"/>
  <p:tag name="KSO_WM_UNIT_INDEX" val="1_2_1"/>
  <p:tag name="KSO_WM_DIAGRAM_GROUP_CODE" val="m1-1"/>
  <p:tag name="KSO_WM_UNIT_PRESET_TEXT" val="单击输入您的项正文，文字是思想的提炼，请尽量言简意赅的阐述观点。单击输入您的项正文，文字是思想的提炼"/>
  <p:tag name="KSO_WM_UNIT_TEXT_FILL_FORE_SCHEMECOLOR_INDEX" val="1"/>
  <p:tag name="KSO_WM_UNIT_TEXT_FILL_TYPE" val="1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DIAGRAM_COLOR_TEXT_CAN_REMOVE" val="n"/>
  <p:tag name="KSO_WM_UNIT_ID" val="diagram20233265_2*m_h_a*1_2_1"/>
  <p:tag name="KSO_WM_UNIT_INDEX" val="1_2_1"/>
  <p:tag name="KSO_WM_DIAGRAM_GROUP_CODE" val="m1-1"/>
  <p:tag name="KSO_WM_UNIT_PRESET_TEXT" val="添加项标题"/>
  <p:tag name="KSO_WM_UNIT_TEXT_FILL_FORE_SCHEMECOLOR_INDEX" val="1"/>
  <p:tag name="KSO_WM_UNIT_TEXT_FILL_TYPE" val="1"/>
</p:tagLst>
</file>

<file path=ppt/tags/tag1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3265_2*m_h_x*1_3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3*9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3265_2*m_h_x*1_2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0*8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3265_2*m_h_x*1_1_1"/>
  <p:tag name="KSO_WM_TEMPLATE_CATEGORY" val="diagram"/>
  <p:tag name="KSO_WM_TEMPLATE_INDEX" val="20233265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541.65,&quot;left&quot;:17.7,&quot;top&quot;:-9.2,&quot;width&quot;:942.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20.xml><?xml version="1.0" encoding="utf-8"?>
<p:tagLst xmlns:p="http://schemas.openxmlformats.org/presentationml/2006/main">
  <p:tag name="KSO_WM_BEAUTIFY_FLAG" val="#wm#"/>
  <p:tag name="KSO_WM_TEMPLATE_CATEGORY" val="diagram"/>
  <p:tag name="KSO_WM_TEMPLATE_INDEX" val="20236917"/>
  <p:tag name="RESOURCE_RECORD_KEY" val="{&quot;65&quot;:[20236917],&quot;70&quot;:[3322494]}"/>
</p:tagLst>
</file>

<file path=ppt/tags/tag121.xml><?xml version="1.0" encoding="utf-8"?>
<p:tagLst xmlns:p="http://schemas.openxmlformats.org/presentationml/2006/main">
  <p:tag name="resource_record_key" val="{&quot;29&quot;:[20426248],&quot;65&quot;:[20205081],&quot;70&quot;:[3317140,3322494,3318990,3321502,3319038]}"/>
  <p:tag name="commondata" val="eyJoZGlkIjoiYTQ2Yzk2NmI5MzE4ZGFjMDY1ZmQwYTRhOTNmZGZhMz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2573</Words>
  <Application>WPS 表格</Application>
  <PresentationFormat>宽屏</PresentationFormat>
  <Paragraphs>207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汉仪书宋二KW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</cp:lastModifiedBy>
  <cp:revision>163</cp:revision>
  <dcterms:created xsi:type="dcterms:W3CDTF">2025-03-02T12:00:37Z</dcterms:created>
  <dcterms:modified xsi:type="dcterms:W3CDTF">2025-03-02T12:00:37Z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2052-6.11.0.8885</vt:lpwstr>
  </property>
  <property fmtid="{D5CDD505-2E9C-101B-9397-08002B2CF9AE}" pid="3" name="ICV">
    <vt:lpwstr>AA4B234D223C13EC6548C4673C31EE13_43</vt:lpwstr>
  </property>
</Properties>
</file>